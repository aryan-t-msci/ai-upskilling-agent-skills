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02" r:id="rId1"/>
  </p:sldMasterIdLst>
  <p:sldIdLst>
    <p:sldId id="256" r:id="rId7"/>
    <p:sldId id="257" r:id="rId6"/>
    <p:sldId id="258" r:id="rId5"/>
    <p:sldId id="259" r:id="rId4"/>
    <p:sldId id="260" r:id="rId3"/>
    <p:sldId id="261" r:id="rId2"/>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 id="285" r:id="rId53"/>
    <p:sldId id="286" r:id="rId54"/>
    <p:sldId id="287" r:id="rId55"/>
    <p:sldId id="288" r:id="rId56"/>
    <p:sldId id="289" r:id="rId57"/>
    <p:sldId id="290" r:id="rId58"/>
    <p:sldId id="291" r:id="rId59"/>
    <p:sldId id="292" r:id="rId60"/>
    <p:sldId id="293" r:id="rId61"/>
    <p:sldId id="294" r:id="rId62"/>
    <p:sldId id="295" r:id="rId63"/>
  </p:sldIdLst>
  <p:sldSz cx="12192000" cy="6858000"/>
  <p:notesSz cx="6858000" cy="9144000"/>
  <p:embeddedFontLst>
    <p:embeddedFont>
      <p:font typeface="Inter" panose="02000503000000020004" pitchFamily="2" charset="0"/>
      <p:regular r:id="rId8"/>
      <p:bold r:id="rId9"/>
      <p:italic r:id="rId10"/>
      <p:boldItalic r:id="rId11"/>
    </p:embeddedFont>
    <p:embeddedFont>
      <p:font typeface="Inter 24pt 24pt Light" panose="020B0604020202020204" charset="0"/>
      <p:regular r:id="rId12"/>
      <p:bold r:id="rId13"/>
      <p:italic r:id="rId14"/>
      <p:boldItalic r:id="rId15"/>
    </p:embeddedFont>
    <p:embeddedFont>
      <p:font typeface="Inter 24pt 24pt SemiBold" panose="020B0604020202020204" charset="0"/>
      <p:regular r:id="rId16"/>
      <p:bold r:id="rId17"/>
      <p:italic r:id="rId18"/>
      <p:boldItalic r:id="rId19"/>
    </p:embeddedFont>
    <p:embeddedFont>
      <p:font typeface="Inter Light" panose="02000503000000020004" pitchFamily="2" charset="0"/>
      <p:regular r:id="rId20"/>
      <p:italic r:id="rId21"/>
    </p:embeddedFont>
    <p:embeddedFont>
      <p:font typeface="Inter SemiBold" panose="02000503000000020004" pitchFamily="2"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20">
          <p15:clr>
            <a:srgbClr val="A4A3A4"/>
          </p15:clr>
        </p15:guide>
        <p15:guide id="2" pos="3912">
          <p15:clr>
            <a:srgbClr val="A4A3A4"/>
          </p15:clr>
        </p15:guide>
        <p15:guide id="3" orient="horz" pos="279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965" y="77"/>
      </p:cViewPr>
      <p:guideLst>
        <p:guide orient="horz" pos="1320"/>
        <p:guide pos="3912"/>
        <p:guide orient="horz" pos="279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22.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27.xml"/><Relationship Id="rId51" Type="http://schemas.openxmlformats.org/officeDocument/2006/relationships/slide" Target="slides/slide28.xml"/><Relationship Id="rId52" Type="http://schemas.openxmlformats.org/officeDocument/2006/relationships/slide" Target="slides/slide29.xml"/><Relationship Id="rId53" Type="http://schemas.openxmlformats.org/officeDocument/2006/relationships/slide" Target="slides/slide30.xml"/><Relationship Id="rId54" Type="http://schemas.openxmlformats.org/officeDocument/2006/relationships/slide" Target="slides/slide31.xml"/><Relationship Id="rId55" Type="http://schemas.openxmlformats.org/officeDocument/2006/relationships/slide" Target="slides/slide32.xml"/><Relationship Id="rId56" Type="http://schemas.openxmlformats.org/officeDocument/2006/relationships/slide" Target="slides/slide33.xml"/><Relationship Id="rId57" Type="http://schemas.openxmlformats.org/officeDocument/2006/relationships/slide" Target="slides/slide34.xml"/><Relationship Id="rId58" Type="http://schemas.openxmlformats.org/officeDocument/2006/relationships/slide" Target="slides/slide35.xml"/><Relationship Id="rId59" Type="http://schemas.openxmlformats.org/officeDocument/2006/relationships/slide" Target="slides/slide36.xml"/><Relationship Id="rId60" Type="http://schemas.openxmlformats.org/officeDocument/2006/relationships/slide" Target="slides/slide37.xml"/><Relationship Id="rId61" Type="http://schemas.openxmlformats.org/officeDocument/2006/relationships/slide" Target="slides/slide38.xml"/><Relationship Id="rId62" Type="http://schemas.openxmlformats.org/officeDocument/2006/relationships/slide" Target="slides/slide39.xml"/><Relationship Id="rId63"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msci.com/legal/supplemental-terms-for-client-use-of-artificial-intelligence" TargetMode="External"/><Relationship Id="rId3" Type="http://schemas.openxmlformats.org/officeDocument/2006/relationships/hyperlink" Target="http://www.msci.com/" TargetMode="External"/><Relationship Id="rId4" Type="http://schemas.openxmlformats.org/officeDocument/2006/relationships/hyperlink" Target="https://www.msci.com/index-regulation" TargetMode="External"/><Relationship Id="rId5" Type="http://schemas.openxmlformats.org/officeDocument/2006/relationships/hyperlink" Target="https://www.msci.com/privacy-pledge"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0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EE0CC-070F-5096-D6C0-D545B14EE73D}"/>
              </a:ext>
            </a:extLst>
          </p:cNvPr>
          <p:cNvSpPr>
            <a:spLocks noGrp="1"/>
          </p:cNvSpPr>
          <p:nvPr>
            <p:ph type="ctrTitle" hasCustomPrompt="1"/>
          </p:nvPr>
        </p:nvSpPr>
        <p:spPr>
          <a:xfrm>
            <a:off x="770020" y="1423764"/>
            <a:ext cx="6468979" cy="2386236"/>
          </a:xfrm>
        </p:spPr>
        <p:txBody>
          <a:bodyPr tIns="72000" anchor="b">
            <a:noAutofit/>
          </a:bodyPr>
          <a:lstStyle>
            <a:lvl1pPr algn="l">
              <a:lnSpc>
                <a:spcPct val="85000"/>
              </a:lnSpc>
              <a:defRPr sz="5400" spc="-150">
                <a:solidFill>
                  <a:schemeClr val="bg1"/>
                </a:solidFill>
                <a:latin typeface="Inter SemiBold" panose="02000503000000020004" pitchFamily="2" charset="0"/>
                <a:ea typeface="Inter SemiBold" panose="02000503000000020004" pitchFamily="2" charset="0"/>
              </a:defRPr>
            </a:lvl1pPr>
          </a:lstStyle>
          <a:p>
            <a:r>
              <a:rPr lang="en-US"/>
              <a:t>Click to edit </a:t>
            </a:r>
            <a:br>
              <a:rPr lang="en-US"/>
            </a:br>
            <a:r>
              <a:rPr lang="en-US"/>
              <a:t>Master title style</a:t>
            </a:r>
            <a:br>
              <a:rPr lang="en-US"/>
            </a:br>
            <a:r>
              <a:rPr lang="en-US"/>
              <a:t>up to three lines</a:t>
            </a:r>
            <a:endParaRPr lang="en-GB"/>
          </a:p>
        </p:txBody>
      </p:sp>
      <p:sp>
        <p:nvSpPr>
          <p:cNvPr id="3" name="Subtitle 2">
            <a:extLst>
              <a:ext uri="{FF2B5EF4-FFF2-40B4-BE49-F238E27FC236}">
                <a16:creationId xmlns:a16="http://schemas.microsoft.com/office/drawing/2014/main" id="{28DD3AE2-029D-EA16-99CD-4442FC064EA6}"/>
              </a:ext>
            </a:extLst>
          </p:cNvPr>
          <p:cNvSpPr>
            <a:spLocks noGrp="1"/>
          </p:cNvSpPr>
          <p:nvPr>
            <p:ph type="subTitle" idx="1"/>
          </p:nvPr>
        </p:nvSpPr>
        <p:spPr>
          <a:xfrm>
            <a:off x="770021" y="3964444"/>
            <a:ext cx="4572000" cy="595281"/>
          </a:xfrm>
        </p:spPr>
        <p:txBody>
          <a:bodyPr anchor="t"/>
          <a:lstStyle>
            <a:lvl1pPr marL="0" indent="0" algn="l">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9" name="Graphic 8">
            <a:extLst>
              <a:ext uri="{FF2B5EF4-FFF2-40B4-BE49-F238E27FC236}">
                <a16:creationId xmlns:a16="http://schemas.microsoft.com/office/drawing/2014/main" id="{C1FEEC15-8309-AFF2-0766-F87D380440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740754"/>
            <a:ext cx="1507958" cy="401436"/>
          </a:xfrm>
          <a:prstGeom prst="rect">
            <a:avLst/>
          </a:prstGeom>
        </p:spPr>
      </p:pic>
      <p:sp>
        <p:nvSpPr>
          <p:cNvPr id="4" name="TextBox 3">
            <a:extLst>
              <a:ext uri="{FF2B5EF4-FFF2-40B4-BE49-F238E27FC236}">
                <a16:creationId xmlns:a16="http://schemas.microsoft.com/office/drawing/2014/main" id="{8D2EA871-5CAC-C6D7-75B0-1365168D7978}"/>
              </a:ext>
            </a:extLst>
          </p:cNvPr>
          <p:cNvSpPr txBox="1"/>
          <p:nvPr/>
        </p:nvSpPr>
        <p:spPr>
          <a:xfrm>
            <a:off x="762000" y="6230876"/>
            <a:ext cx="3983713" cy="246124"/>
          </a:xfrm>
          <a:prstGeom prst="rect">
            <a:avLst/>
          </a:prstGeom>
          <a:noFill/>
        </p:spPr>
        <p:txBody>
          <a:bodyPr wrap="none" lIns="0" tIns="0" rIns="0" bIns="0" rtlCol="0">
            <a:noAutofit/>
          </a:bodyPr>
          <a:lstStyle/>
          <a:p>
            <a:pPr algn="l" defTabSz="609570">
              <a:defRPr/>
            </a:pPr>
            <a:r>
              <a:rPr lang="en-GB" sz="800">
                <a:solidFill>
                  <a:prstClr val="white"/>
                </a:solidFill>
                <a:latin typeface="+mj-lt"/>
                <a:ea typeface="Inter" panose="02000503000000020004" pitchFamily="2" charset="0"/>
              </a:rPr>
              <a:t>© 2025 MSCI Inc. All rights reserved. </a:t>
            </a:r>
          </a:p>
          <a:p>
            <a:pPr algn="l" defTabSz="609570">
              <a:defRPr/>
            </a:pPr>
            <a:r>
              <a:rPr lang="en-GB" sz="800">
                <a:solidFill>
                  <a:prstClr val="white"/>
                </a:solidFill>
                <a:latin typeface="+mj-lt"/>
                <a:ea typeface="Inter" panose="02000503000000020004" pitchFamily="2" charset="0"/>
              </a:rPr>
              <a:t>Please refer to the disclaimer at the end of this document.</a:t>
            </a:r>
          </a:p>
        </p:txBody>
      </p:sp>
      <p:sp>
        <p:nvSpPr>
          <p:cNvPr id="6" name="Text Placeholder 5">
            <a:extLst>
              <a:ext uri="{FF2B5EF4-FFF2-40B4-BE49-F238E27FC236}">
                <a16:creationId xmlns:a16="http://schemas.microsoft.com/office/drawing/2014/main" id="{B2FBD1BF-C3BA-195D-5B97-1488EE82BA27}"/>
              </a:ext>
            </a:extLst>
          </p:cNvPr>
          <p:cNvSpPr>
            <a:spLocks noGrp="1"/>
          </p:cNvSpPr>
          <p:nvPr>
            <p:ph type="body" sz="quarter" idx="10" hasCustomPrompt="1"/>
          </p:nvPr>
        </p:nvSpPr>
        <p:spPr>
          <a:xfrm>
            <a:off x="762000" y="4953000"/>
            <a:ext cx="2286000" cy="381000"/>
          </a:xfrm>
          <a:prstGeom prst="roundRect">
            <a:avLst>
              <a:gd name="adj" fmla="val 50000"/>
            </a:avLst>
          </a:prstGeom>
          <a:solidFill>
            <a:schemeClr val="bg1"/>
          </a:solidFill>
          <a:ln>
            <a:noFill/>
          </a:ln>
        </p:spPr>
        <p:txBody>
          <a:bodyPr anchor="ctr"/>
          <a:lstStyle>
            <a:lvl1pPr marL="0" indent="0" algn="ctr">
              <a:buNone/>
              <a:defRPr sz="1200" b="1">
                <a:solidFill>
                  <a:schemeClr val="accent1"/>
                </a:solidFill>
                <a:latin typeface="+mj-lt"/>
              </a:defRPr>
            </a:lvl1pPr>
          </a:lstStyle>
          <a:p>
            <a:pPr lvl="0"/>
            <a:r>
              <a:rPr lang="en-US"/>
              <a:t>Presenter Name</a:t>
            </a:r>
            <a:endParaRPr lang="en-GB"/>
          </a:p>
        </p:txBody>
      </p:sp>
      <p:grpSp>
        <p:nvGrpSpPr>
          <p:cNvPr id="32" name="Group 31">
            <a:extLst>
              <a:ext uri="{FF2B5EF4-FFF2-40B4-BE49-F238E27FC236}">
                <a16:creationId xmlns:a16="http://schemas.microsoft.com/office/drawing/2014/main" id="{28E0D610-2DDD-BF35-EE23-805E47C53576}"/>
              </a:ext>
            </a:extLst>
          </p:cNvPr>
          <p:cNvGrpSpPr/>
          <p:nvPr/>
        </p:nvGrpSpPr>
        <p:grpSpPr>
          <a:xfrm>
            <a:off x="7953599" y="219720"/>
            <a:ext cx="3208864" cy="6418560"/>
            <a:chOff x="7953599" y="219720"/>
            <a:chExt cx="3208864" cy="6418560"/>
          </a:xfrm>
        </p:grpSpPr>
        <p:sp>
          <p:nvSpPr>
            <p:cNvPr id="23" name="Freeform: Shape 22">
              <a:extLst>
                <a:ext uri="{FF2B5EF4-FFF2-40B4-BE49-F238E27FC236}">
                  <a16:creationId xmlns:a16="http://schemas.microsoft.com/office/drawing/2014/main" id="{5CA4EF58-5DC7-1D37-F56A-D8A7DABE3F65}"/>
                </a:ext>
              </a:extLst>
            </p:cNvPr>
            <p:cNvSpPr/>
            <p:nvPr/>
          </p:nvSpPr>
          <p:spPr>
            <a:xfrm>
              <a:off x="8497599" y="4579783"/>
              <a:ext cx="153193" cy="153191"/>
            </a:xfrm>
            <a:custGeom>
              <a:avLst/>
              <a:gdLst>
                <a:gd name="connsiteX0" fmla="*/ 123063 w 123063"/>
                <a:gd name="connsiteY0" fmla="*/ 61531 h 123062"/>
                <a:gd name="connsiteX1" fmla="*/ 61532 w 123063"/>
                <a:gd name="connsiteY1" fmla="*/ 123063 h 123062"/>
                <a:gd name="connsiteX2" fmla="*/ 0 w 123063"/>
                <a:gd name="connsiteY2" fmla="*/ 61531 h 123062"/>
                <a:gd name="connsiteX3" fmla="*/ 61532 w 123063"/>
                <a:gd name="connsiteY3" fmla="*/ 0 h 123062"/>
                <a:gd name="connsiteX4" fmla="*/ 123063 w 123063"/>
                <a:gd name="connsiteY4" fmla="*/ 61531 h 12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63" h="123062">
                  <a:moveTo>
                    <a:pt x="123063" y="61531"/>
                  </a:moveTo>
                  <a:cubicBezTo>
                    <a:pt x="123063" y="95514"/>
                    <a:pt x="95514" y="123063"/>
                    <a:pt x="61532" y="123063"/>
                  </a:cubicBezTo>
                  <a:cubicBezTo>
                    <a:pt x="27549" y="123063"/>
                    <a:pt x="0" y="95514"/>
                    <a:pt x="0" y="61531"/>
                  </a:cubicBezTo>
                  <a:cubicBezTo>
                    <a:pt x="0" y="27549"/>
                    <a:pt x="27549" y="0"/>
                    <a:pt x="61532" y="0"/>
                  </a:cubicBezTo>
                  <a:cubicBezTo>
                    <a:pt x="95514" y="0"/>
                    <a:pt x="123063" y="27549"/>
                    <a:pt x="123063" y="61531"/>
                  </a:cubicBezTo>
                  <a:close/>
                </a:path>
              </a:pathLst>
            </a:custGeom>
            <a:solidFill>
              <a:schemeClr val="accent5"/>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895842-E9E0-FCE6-B5A4-8F8A3249CC7F}"/>
                </a:ext>
              </a:extLst>
            </p:cNvPr>
            <p:cNvSpPr/>
            <p:nvPr/>
          </p:nvSpPr>
          <p:spPr>
            <a:xfrm>
              <a:off x="7953599" y="3434514"/>
              <a:ext cx="3203766" cy="3203766"/>
            </a:xfrm>
            <a:custGeom>
              <a:avLst/>
              <a:gdLst>
                <a:gd name="connsiteX0" fmla="*/ 2573655 w 2573655"/>
                <a:gd name="connsiteY0" fmla="*/ 1286828 h 2573655"/>
                <a:gd name="connsiteX1" fmla="*/ 1286828 w 2573655"/>
                <a:gd name="connsiteY1" fmla="*/ 2573655 h 2573655"/>
                <a:gd name="connsiteX2" fmla="*/ 0 w 2573655"/>
                <a:gd name="connsiteY2" fmla="*/ 1286828 h 2573655"/>
                <a:gd name="connsiteX3" fmla="*/ 1286828 w 2573655"/>
                <a:gd name="connsiteY3" fmla="*/ 0 h 2573655"/>
                <a:gd name="connsiteX4" fmla="*/ 2573655 w 2573655"/>
                <a:gd name="connsiteY4" fmla="*/ 1286828 h 2573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655" h="2573655">
                  <a:moveTo>
                    <a:pt x="2573655" y="1286828"/>
                  </a:moveTo>
                  <a:cubicBezTo>
                    <a:pt x="2573655" y="1997523"/>
                    <a:pt x="1997523" y="2573655"/>
                    <a:pt x="1286828" y="2573655"/>
                  </a:cubicBezTo>
                  <a:cubicBezTo>
                    <a:pt x="576132" y="2573655"/>
                    <a:pt x="0" y="1997523"/>
                    <a:pt x="0" y="1286828"/>
                  </a:cubicBezTo>
                  <a:cubicBezTo>
                    <a:pt x="0" y="576132"/>
                    <a:pt x="576132" y="0"/>
                    <a:pt x="1286828" y="0"/>
                  </a:cubicBezTo>
                  <a:cubicBezTo>
                    <a:pt x="1997523" y="0"/>
                    <a:pt x="2573655" y="576132"/>
                    <a:pt x="2573655" y="1286828"/>
                  </a:cubicBezTo>
                  <a:close/>
                </a:path>
              </a:pathLst>
            </a:custGeom>
            <a:noFill/>
            <a:ln w="12700" cap="flat">
              <a:gradFill>
                <a:gsLst>
                  <a:gs pos="35000">
                    <a:schemeClr val="accent5"/>
                  </a:gs>
                  <a:gs pos="100000">
                    <a:schemeClr val="accent1"/>
                  </a:gs>
                </a:gsLst>
                <a:lin ang="5400000" scaled="1"/>
              </a:grad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D25BB288-2B98-B955-CBA8-13237B4AFB9E}"/>
                </a:ext>
              </a:extLst>
            </p:cNvPr>
            <p:cNvSpPr/>
            <p:nvPr/>
          </p:nvSpPr>
          <p:spPr>
            <a:xfrm>
              <a:off x="7955258" y="3436055"/>
              <a:ext cx="3207085" cy="2286982"/>
            </a:xfrm>
            <a:custGeom>
              <a:avLst/>
              <a:gdLst>
                <a:gd name="connsiteX0" fmla="*/ 0 w 2576321"/>
                <a:gd name="connsiteY0" fmla="*/ 918591 h 1837182"/>
                <a:gd name="connsiteX1" fmla="*/ 376904 w 2576321"/>
                <a:gd name="connsiteY1" fmla="*/ 269367 h 1837182"/>
                <a:gd name="connsiteX2" fmla="*/ 1288161 w 2576321"/>
                <a:gd name="connsiteY2" fmla="*/ 0 h 1837182"/>
                <a:gd name="connsiteX3" fmla="*/ 2199418 w 2576321"/>
                <a:gd name="connsiteY3" fmla="*/ 269367 h 1837182"/>
                <a:gd name="connsiteX4" fmla="*/ 2576322 w 2576321"/>
                <a:gd name="connsiteY4" fmla="*/ 918591 h 1837182"/>
                <a:gd name="connsiteX5" fmla="*/ 2199418 w 2576321"/>
                <a:gd name="connsiteY5" fmla="*/ 1567815 h 1837182"/>
                <a:gd name="connsiteX6" fmla="*/ 1288161 w 2576321"/>
                <a:gd name="connsiteY6" fmla="*/ 1837182 h 1837182"/>
                <a:gd name="connsiteX7" fmla="*/ 376904 w 2576321"/>
                <a:gd name="connsiteY7" fmla="*/ 1567815 h 1837182"/>
                <a:gd name="connsiteX8" fmla="*/ 0 w 2576321"/>
                <a:gd name="connsiteY8" fmla="*/ 918591 h 18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6321" h="1837182">
                  <a:moveTo>
                    <a:pt x="0" y="918591"/>
                  </a:moveTo>
                  <a:cubicBezTo>
                    <a:pt x="0" y="665321"/>
                    <a:pt x="143828" y="435769"/>
                    <a:pt x="376904" y="269367"/>
                  </a:cubicBezTo>
                  <a:cubicBezTo>
                    <a:pt x="609981" y="102965"/>
                    <a:pt x="932212" y="0"/>
                    <a:pt x="1288161" y="0"/>
                  </a:cubicBezTo>
                  <a:cubicBezTo>
                    <a:pt x="1644110" y="0"/>
                    <a:pt x="1966341" y="102965"/>
                    <a:pt x="2199418" y="269367"/>
                  </a:cubicBezTo>
                  <a:cubicBezTo>
                    <a:pt x="2432495" y="435769"/>
                    <a:pt x="2576322" y="665321"/>
                    <a:pt x="2576322" y="918591"/>
                  </a:cubicBezTo>
                  <a:cubicBezTo>
                    <a:pt x="2576322" y="1171861"/>
                    <a:pt x="2432495" y="1401413"/>
                    <a:pt x="2199418" y="1567815"/>
                  </a:cubicBezTo>
                  <a:cubicBezTo>
                    <a:pt x="1966341" y="1734217"/>
                    <a:pt x="1644110" y="1837182"/>
                    <a:pt x="1288161" y="1837182"/>
                  </a:cubicBezTo>
                  <a:cubicBezTo>
                    <a:pt x="932212" y="1837182"/>
                    <a:pt x="609981" y="1734217"/>
                    <a:pt x="376904" y="1567815"/>
                  </a:cubicBezTo>
                  <a:cubicBezTo>
                    <a:pt x="143828" y="1401413"/>
                    <a:pt x="0" y="1171861"/>
                    <a:pt x="0" y="918591"/>
                  </a:cubicBezTo>
                  <a:close/>
                </a:path>
              </a:pathLst>
            </a:custGeom>
            <a:noFill/>
            <a:ln w="12700" cap="flat">
              <a:solidFill>
                <a:schemeClr val="accent5"/>
              </a:solid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9D3DE058-6534-46AF-6216-D17964611399}"/>
                </a:ext>
              </a:extLst>
            </p:cNvPr>
            <p:cNvSpPr/>
            <p:nvPr/>
          </p:nvSpPr>
          <p:spPr>
            <a:xfrm>
              <a:off x="7955258" y="3436173"/>
              <a:ext cx="3207085" cy="1366639"/>
            </a:xfrm>
            <a:custGeom>
              <a:avLst/>
              <a:gdLst>
                <a:gd name="connsiteX0" fmla="*/ 0 w 2576321"/>
                <a:gd name="connsiteY0" fmla="*/ 548926 h 1097851"/>
                <a:gd name="connsiteX1" fmla="*/ 100584 w 2576321"/>
                <a:gd name="connsiteY1" fmla="*/ 336233 h 1097851"/>
                <a:gd name="connsiteX2" fmla="*/ 376333 w 2576321"/>
                <a:gd name="connsiteY2" fmla="*/ 161449 h 1097851"/>
                <a:gd name="connsiteX3" fmla="*/ 1288161 w 2576321"/>
                <a:gd name="connsiteY3" fmla="*/ 0 h 1097851"/>
                <a:gd name="connsiteX4" fmla="*/ 2199989 w 2576321"/>
                <a:gd name="connsiteY4" fmla="*/ 161449 h 1097851"/>
                <a:gd name="connsiteX5" fmla="*/ 2475738 w 2576321"/>
                <a:gd name="connsiteY5" fmla="*/ 336233 h 1097851"/>
                <a:gd name="connsiteX6" fmla="*/ 2576322 w 2576321"/>
                <a:gd name="connsiteY6" fmla="*/ 548926 h 1097851"/>
                <a:gd name="connsiteX7" fmla="*/ 2475738 w 2576321"/>
                <a:gd name="connsiteY7" fmla="*/ 761619 h 1097851"/>
                <a:gd name="connsiteX8" fmla="*/ 2199989 w 2576321"/>
                <a:gd name="connsiteY8" fmla="*/ 936403 h 1097851"/>
                <a:gd name="connsiteX9" fmla="*/ 1288161 w 2576321"/>
                <a:gd name="connsiteY9" fmla="*/ 1097852 h 1097851"/>
                <a:gd name="connsiteX10" fmla="*/ 376333 w 2576321"/>
                <a:gd name="connsiteY10" fmla="*/ 936403 h 1097851"/>
                <a:gd name="connsiteX11" fmla="*/ 100584 w 2576321"/>
                <a:gd name="connsiteY11" fmla="*/ 761619 h 1097851"/>
                <a:gd name="connsiteX12" fmla="*/ 0 w 2576321"/>
                <a:gd name="connsiteY12" fmla="*/ 548926 h 109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76321" h="1097851">
                  <a:moveTo>
                    <a:pt x="0" y="548926"/>
                  </a:moveTo>
                  <a:cubicBezTo>
                    <a:pt x="0" y="473774"/>
                    <a:pt x="35624" y="401860"/>
                    <a:pt x="100584" y="336233"/>
                  </a:cubicBezTo>
                  <a:cubicBezTo>
                    <a:pt x="165545" y="270605"/>
                    <a:pt x="259747" y="211265"/>
                    <a:pt x="376333" y="161449"/>
                  </a:cubicBezTo>
                  <a:cubicBezTo>
                    <a:pt x="609505" y="61722"/>
                    <a:pt x="931926" y="0"/>
                    <a:pt x="1288161" y="0"/>
                  </a:cubicBezTo>
                  <a:cubicBezTo>
                    <a:pt x="1644396" y="0"/>
                    <a:pt x="1966817" y="61722"/>
                    <a:pt x="2199989" y="161449"/>
                  </a:cubicBezTo>
                  <a:cubicBezTo>
                    <a:pt x="2316575" y="211265"/>
                    <a:pt x="2410778" y="270605"/>
                    <a:pt x="2475738" y="336233"/>
                  </a:cubicBezTo>
                  <a:cubicBezTo>
                    <a:pt x="2540699" y="401860"/>
                    <a:pt x="2576322" y="473774"/>
                    <a:pt x="2576322" y="548926"/>
                  </a:cubicBezTo>
                  <a:cubicBezTo>
                    <a:pt x="2576322" y="624078"/>
                    <a:pt x="2540699" y="695992"/>
                    <a:pt x="2475738" y="761619"/>
                  </a:cubicBezTo>
                  <a:cubicBezTo>
                    <a:pt x="2410778" y="827246"/>
                    <a:pt x="2316575" y="886587"/>
                    <a:pt x="2199989" y="936403"/>
                  </a:cubicBezTo>
                  <a:cubicBezTo>
                    <a:pt x="1966817" y="1036130"/>
                    <a:pt x="1644396" y="1097852"/>
                    <a:pt x="1288161" y="1097852"/>
                  </a:cubicBezTo>
                  <a:cubicBezTo>
                    <a:pt x="931926" y="1097852"/>
                    <a:pt x="609505" y="1036130"/>
                    <a:pt x="376333" y="936403"/>
                  </a:cubicBezTo>
                  <a:cubicBezTo>
                    <a:pt x="259747" y="886587"/>
                    <a:pt x="165545" y="827246"/>
                    <a:pt x="100584" y="761619"/>
                  </a:cubicBezTo>
                  <a:cubicBezTo>
                    <a:pt x="35624" y="695992"/>
                    <a:pt x="0" y="624078"/>
                    <a:pt x="0" y="548926"/>
                  </a:cubicBezTo>
                  <a:close/>
                </a:path>
              </a:pathLst>
            </a:custGeom>
            <a:noFill/>
            <a:ln w="12700" cap="flat">
              <a:solidFill>
                <a:schemeClr val="accent5"/>
              </a:solid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B0E818F3-18C4-578A-61C9-997BA2F13B34}"/>
                </a:ext>
              </a:extLst>
            </p:cNvPr>
            <p:cNvSpPr/>
            <p:nvPr/>
          </p:nvSpPr>
          <p:spPr>
            <a:xfrm>
              <a:off x="7955258" y="3436291"/>
              <a:ext cx="3207205" cy="446060"/>
            </a:xfrm>
            <a:custGeom>
              <a:avLst/>
              <a:gdLst>
                <a:gd name="connsiteX0" fmla="*/ 0 w 2576417"/>
                <a:gd name="connsiteY0" fmla="*/ 179165 h 358330"/>
                <a:gd name="connsiteX1" fmla="*/ 24860 w 2576417"/>
                <a:gd name="connsiteY1" fmla="*/ 144971 h 358330"/>
                <a:gd name="connsiteX2" fmla="*/ 99346 w 2576417"/>
                <a:gd name="connsiteY2" fmla="*/ 111157 h 358330"/>
                <a:gd name="connsiteX3" fmla="*/ 375571 w 2576417"/>
                <a:gd name="connsiteY3" fmla="*/ 53340 h 358330"/>
                <a:gd name="connsiteX4" fmla="*/ 1288161 w 2576417"/>
                <a:gd name="connsiteY4" fmla="*/ 0 h 358330"/>
                <a:gd name="connsiteX5" fmla="*/ 2200751 w 2576417"/>
                <a:gd name="connsiteY5" fmla="*/ 53340 h 358330"/>
                <a:gd name="connsiteX6" fmla="*/ 2476976 w 2576417"/>
                <a:gd name="connsiteY6" fmla="*/ 111157 h 358330"/>
                <a:gd name="connsiteX7" fmla="*/ 2551462 w 2576417"/>
                <a:gd name="connsiteY7" fmla="*/ 144971 h 358330"/>
                <a:gd name="connsiteX8" fmla="*/ 2576417 w 2576417"/>
                <a:gd name="connsiteY8" fmla="*/ 179165 h 358330"/>
                <a:gd name="connsiteX9" fmla="*/ 2551462 w 2576417"/>
                <a:gd name="connsiteY9" fmla="*/ 213360 h 358330"/>
                <a:gd name="connsiteX10" fmla="*/ 2476976 w 2576417"/>
                <a:gd name="connsiteY10" fmla="*/ 247174 h 358330"/>
                <a:gd name="connsiteX11" fmla="*/ 2200751 w 2576417"/>
                <a:gd name="connsiteY11" fmla="*/ 304990 h 358330"/>
                <a:gd name="connsiteX12" fmla="*/ 1288161 w 2576417"/>
                <a:gd name="connsiteY12" fmla="*/ 358330 h 358330"/>
                <a:gd name="connsiteX13" fmla="*/ 375571 w 2576417"/>
                <a:gd name="connsiteY13" fmla="*/ 304990 h 358330"/>
                <a:gd name="connsiteX14" fmla="*/ 99346 w 2576417"/>
                <a:gd name="connsiteY14" fmla="*/ 247174 h 358330"/>
                <a:gd name="connsiteX15" fmla="*/ 24860 w 2576417"/>
                <a:gd name="connsiteY15" fmla="*/ 213360 h 358330"/>
                <a:gd name="connsiteX16" fmla="*/ 0 w 2576417"/>
                <a:gd name="connsiteY16" fmla="*/ 179165 h 35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6417" h="358330">
                  <a:moveTo>
                    <a:pt x="0" y="179165"/>
                  </a:moveTo>
                  <a:cubicBezTo>
                    <a:pt x="0" y="168116"/>
                    <a:pt x="7906" y="156686"/>
                    <a:pt x="24860" y="144971"/>
                  </a:cubicBezTo>
                  <a:cubicBezTo>
                    <a:pt x="41720" y="133350"/>
                    <a:pt x="66770" y="122015"/>
                    <a:pt x="99346" y="111157"/>
                  </a:cubicBezTo>
                  <a:cubicBezTo>
                    <a:pt x="164402" y="89440"/>
                    <a:pt x="258794" y="69818"/>
                    <a:pt x="375571" y="53340"/>
                  </a:cubicBezTo>
                  <a:cubicBezTo>
                    <a:pt x="609029" y="20384"/>
                    <a:pt x="931736" y="0"/>
                    <a:pt x="1288161" y="0"/>
                  </a:cubicBezTo>
                  <a:cubicBezTo>
                    <a:pt x="1644587" y="0"/>
                    <a:pt x="1967293" y="20384"/>
                    <a:pt x="2200751" y="53340"/>
                  </a:cubicBezTo>
                  <a:cubicBezTo>
                    <a:pt x="2317528" y="69818"/>
                    <a:pt x="2411825" y="89440"/>
                    <a:pt x="2476976" y="111157"/>
                  </a:cubicBezTo>
                  <a:cubicBezTo>
                    <a:pt x="2509552" y="122015"/>
                    <a:pt x="2534603" y="133350"/>
                    <a:pt x="2551462" y="144971"/>
                  </a:cubicBezTo>
                  <a:cubicBezTo>
                    <a:pt x="2568416" y="156686"/>
                    <a:pt x="2576417" y="168212"/>
                    <a:pt x="2576417" y="179165"/>
                  </a:cubicBezTo>
                  <a:cubicBezTo>
                    <a:pt x="2576417" y="190119"/>
                    <a:pt x="2568512" y="201644"/>
                    <a:pt x="2551462" y="213360"/>
                  </a:cubicBezTo>
                  <a:cubicBezTo>
                    <a:pt x="2534603" y="224980"/>
                    <a:pt x="2509552" y="236315"/>
                    <a:pt x="2476976" y="247174"/>
                  </a:cubicBezTo>
                  <a:cubicBezTo>
                    <a:pt x="2411921" y="268891"/>
                    <a:pt x="2317528" y="288512"/>
                    <a:pt x="2200751" y="304990"/>
                  </a:cubicBezTo>
                  <a:cubicBezTo>
                    <a:pt x="1967293" y="337947"/>
                    <a:pt x="1644587" y="358330"/>
                    <a:pt x="1288161" y="358330"/>
                  </a:cubicBezTo>
                  <a:cubicBezTo>
                    <a:pt x="931736" y="358330"/>
                    <a:pt x="609029" y="337947"/>
                    <a:pt x="375571" y="304990"/>
                  </a:cubicBezTo>
                  <a:cubicBezTo>
                    <a:pt x="258794" y="288512"/>
                    <a:pt x="164497" y="268891"/>
                    <a:pt x="99346" y="247174"/>
                  </a:cubicBezTo>
                  <a:cubicBezTo>
                    <a:pt x="66770" y="236315"/>
                    <a:pt x="41720" y="224980"/>
                    <a:pt x="24860" y="213360"/>
                  </a:cubicBezTo>
                  <a:cubicBezTo>
                    <a:pt x="7906" y="201644"/>
                    <a:pt x="0" y="190119"/>
                    <a:pt x="0" y="179165"/>
                  </a:cubicBezTo>
                  <a:close/>
                </a:path>
              </a:pathLst>
            </a:custGeom>
            <a:noFill/>
            <a:ln w="12700" cap="flat">
              <a:solidFill>
                <a:schemeClr val="accent5"/>
              </a:solid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942CB536-6642-3DCE-9B90-8CCD9352921C}"/>
                </a:ext>
              </a:extLst>
            </p:cNvPr>
            <p:cNvSpPr/>
            <p:nvPr/>
          </p:nvSpPr>
          <p:spPr>
            <a:xfrm>
              <a:off x="8133470" y="2586618"/>
              <a:ext cx="153193" cy="153193"/>
            </a:xfrm>
            <a:custGeom>
              <a:avLst/>
              <a:gdLst>
                <a:gd name="connsiteX0" fmla="*/ 123063 w 123063"/>
                <a:gd name="connsiteY0" fmla="*/ 61532 h 123063"/>
                <a:gd name="connsiteX1" fmla="*/ 61532 w 123063"/>
                <a:gd name="connsiteY1" fmla="*/ 123063 h 123063"/>
                <a:gd name="connsiteX2" fmla="*/ 0 w 123063"/>
                <a:gd name="connsiteY2" fmla="*/ 61532 h 123063"/>
                <a:gd name="connsiteX3" fmla="*/ 61532 w 123063"/>
                <a:gd name="connsiteY3" fmla="*/ 0 h 123063"/>
                <a:gd name="connsiteX4" fmla="*/ 123063 w 123063"/>
                <a:gd name="connsiteY4" fmla="*/ 61532 h 12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63" h="123063">
                  <a:moveTo>
                    <a:pt x="123063" y="61532"/>
                  </a:moveTo>
                  <a:cubicBezTo>
                    <a:pt x="123063" y="95514"/>
                    <a:pt x="95514" y="123063"/>
                    <a:pt x="61532" y="123063"/>
                  </a:cubicBezTo>
                  <a:cubicBezTo>
                    <a:pt x="27549" y="123063"/>
                    <a:pt x="0" y="95514"/>
                    <a:pt x="0" y="61532"/>
                  </a:cubicBezTo>
                  <a:cubicBezTo>
                    <a:pt x="0" y="27549"/>
                    <a:pt x="27549" y="0"/>
                    <a:pt x="61532" y="0"/>
                  </a:cubicBezTo>
                  <a:cubicBezTo>
                    <a:pt x="95514" y="0"/>
                    <a:pt x="123063" y="27549"/>
                    <a:pt x="123063" y="61532"/>
                  </a:cubicBezTo>
                  <a:close/>
                </a:path>
              </a:pathLst>
            </a:custGeom>
            <a:solidFill>
              <a:schemeClr val="accent5"/>
            </a:solidFill>
            <a:ln w="9525"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A3FE86A3-4C98-E623-E691-32086605F050}"/>
                </a:ext>
              </a:extLst>
            </p:cNvPr>
            <p:cNvSpPr/>
            <p:nvPr/>
          </p:nvSpPr>
          <p:spPr>
            <a:xfrm>
              <a:off x="10465152" y="2125025"/>
              <a:ext cx="153193" cy="153193"/>
            </a:xfrm>
            <a:custGeom>
              <a:avLst/>
              <a:gdLst>
                <a:gd name="connsiteX0" fmla="*/ 123063 w 123063"/>
                <a:gd name="connsiteY0" fmla="*/ 61531 h 123063"/>
                <a:gd name="connsiteX1" fmla="*/ 61531 w 123063"/>
                <a:gd name="connsiteY1" fmla="*/ 123063 h 123063"/>
                <a:gd name="connsiteX2" fmla="*/ 0 w 123063"/>
                <a:gd name="connsiteY2" fmla="*/ 61531 h 123063"/>
                <a:gd name="connsiteX3" fmla="*/ 61531 w 123063"/>
                <a:gd name="connsiteY3" fmla="*/ 0 h 123063"/>
                <a:gd name="connsiteX4" fmla="*/ 123063 w 123063"/>
                <a:gd name="connsiteY4" fmla="*/ 61531 h 12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63" h="123063">
                  <a:moveTo>
                    <a:pt x="123063" y="61531"/>
                  </a:moveTo>
                  <a:cubicBezTo>
                    <a:pt x="123063" y="95514"/>
                    <a:pt x="95514" y="123063"/>
                    <a:pt x="61531" y="123063"/>
                  </a:cubicBezTo>
                  <a:cubicBezTo>
                    <a:pt x="27549" y="123063"/>
                    <a:pt x="0" y="95514"/>
                    <a:pt x="0" y="61531"/>
                  </a:cubicBezTo>
                  <a:cubicBezTo>
                    <a:pt x="0" y="27548"/>
                    <a:pt x="27549" y="0"/>
                    <a:pt x="61531" y="0"/>
                  </a:cubicBezTo>
                  <a:cubicBezTo>
                    <a:pt x="95514" y="0"/>
                    <a:pt x="123063" y="27548"/>
                    <a:pt x="123063" y="61531"/>
                  </a:cubicBezTo>
                  <a:close/>
                </a:path>
              </a:pathLst>
            </a:custGeom>
            <a:solidFill>
              <a:schemeClr val="accent5"/>
            </a:solid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EC534F28-2087-7D1B-C0F0-B30CDAE8960B}"/>
                </a:ext>
              </a:extLst>
            </p:cNvPr>
            <p:cNvSpPr/>
            <p:nvPr/>
          </p:nvSpPr>
          <p:spPr>
            <a:xfrm>
              <a:off x="7953599" y="219720"/>
              <a:ext cx="3203766" cy="3203766"/>
            </a:xfrm>
            <a:custGeom>
              <a:avLst/>
              <a:gdLst>
                <a:gd name="connsiteX0" fmla="*/ 2573655 w 2573655"/>
                <a:gd name="connsiteY0" fmla="*/ 1286828 h 2573655"/>
                <a:gd name="connsiteX1" fmla="*/ 1286828 w 2573655"/>
                <a:gd name="connsiteY1" fmla="*/ 2573655 h 2573655"/>
                <a:gd name="connsiteX2" fmla="*/ 0 w 2573655"/>
                <a:gd name="connsiteY2" fmla="*/ 1286828 h 2573655"/>
                <a:gd name="connsiteX3" fmla="*/ 1286828 w 2573655"/>
                <a:gd name="connsiteY3" fmla="*/ 0 h 2573655"/>
                <a:gd name="connsiteX4" fmla="*/ 2573655 w 2573655"/>
                <a:gd name="connsiteY4" fmla="*/ 1286828 h 2573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655" h="2573655">
                  <a:moveTo>
                    <a:pt x="2573655" y="1286828"/>
                  </a:moveTo>
                  <a:cubicBezTo>
                    <a:pt x="2573655" y="1997523"/>
                    <a:pt x="1997523" y="2573655"/>
                    <a:pt x="1286828" y="2573655"/>
                  </a:cubicBezTo>
                  <a:cubicBezTo>
                    <a:pt x="576132" y="2573655"/>
                    <a:pt x="0" y="1997523"/>
                    <a:pt x="0" y="1286828"/>
                  </a:cubicBezTo>
                  <a:cubicBezTo>
                    <a:pt x="0" y="576132"/>
                    <a:pt x="576132" y="0"/>
                    <a:pt x="1286828" y="0"/>
                  </a:cubicBezTo>
                  <a:cubicBezTo>
                    <a:pt x="1997523" y="0"/>
                    <a:pt x="2573655" y="576132"/>
                    <a:pt x="2573655" y="1286828"/>
                  </a:cubicBezTo>
                  <a:close/>
                </a:path>
              </a:pathLst>
            </a:custGeom>
            <a:noFill/>
            <a:ln w="12700" cap="flat">
              <a:gradFill flip="none" rotWithShape="1">
                <a:gsLst>
                  <a:gs pos="35000">
                    <a:schemeClr val="accent5"/>
                  </a:gs>
                  <a:gs pos="86000">
                    <a:schemeClr val="accent1"/>
                  </a:gs>
                </a:gsLst>
                <a:lin ang="16200000" scaled="1"/>
                <a:tileRect/>
              </a:grad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072E520F-9DD8-A654-B382-3EBB46F55A39}"/>
                </a:ext>
              </a:extLst>
            </p:cNvPr>
            <p:cNvSpPr/>
            <p:nvPr/>
          </p:nvSpPr>
          <p:spPr>
            <a:xfrm>
              <a:off x="7953599" y="1134963"/>
              <a:ext cx="3207205" cy="2286982"/>
            </a:xfrm>
            <a:custGeom>
              <a:avLst/>
              <a:gdLst>
                <a:gd name="connsiteX0" fmla="*/ 2576417 w 2576417"/>
                <a:gd name="connsiteY0" fmla="*/ 918591 h 1837182"/>
                <a:gd name="connsiteX1" fmla="*/ 2199513 w 2576417"/>
                <a:gd name="connsiteY1" fmla="*/ 1567815 h 1837182"/>
                <a:gd name="connsiteX2" fmla="*/ 1288256 w 2576417"/>
                <a:gd name="connsiteY2" fmla="*/ 1837182 h 1837182"/>
                <a:gd name="connsiteX3" fmla="*/ 377000 w 2576417"/>
                <a:gd name="connsiteY3" fmla="*/ 1567815 h 1837182"/>
                <a:gd name="connsiteX4" fmla="*/ 0 w 2576417"/>
                <a:gd name="connsiteY4" fmla="*/ 918591 h 1837182"/>
                <a:gd name="connsiteX5" fmla="*/ 376904 w 2576417"/>
                <a:gd name="connsiteY5" fmla="*/ 269367 h 1837182"/>
                <a:gd name="connsiteX6" fmla="*/ 1288161 w 2576417"/>
                <a:gd name="connsiteY6" fmla="*/ 0 h 1837182"/>
                <a:gd name="connsiteX7" fmla="*/ 2199418 w 2576417"/>
                <a:gd name="connsiteY7" fmla="*/ 269367 h 1837182"/>
                <a:gd name="connsiteX8" fmla="*/ 2576322 w 2576417"/>
                <a:gd name="connsiteY8" fmla="*/ 918591 h 18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6417" h="1837182">
                  <a:moveTo>
                    <a:pt x="2576417" y="918591"/>
                  </a:moveTo>
                  <a:cubicBezTo>
                    <a:pt x="2576417" y="1171861"/>
                    <a:pt x="2432590" y="1401413"/>
                    <a:pt x="2199513" y="1567815"/>
                  </a:cubicBezTo>
                  <a:cubicBezTo>
                    <a:pt x="1966436" y="1734217"/>
                    <a:pt x="1644206" y="1837182"/>
                    <a:pt x="1288256" y="1837182"/>
                  </a:cubicBezTo>
                  <a:cubicBezTo>
                    <a:pt x="932307" y="1837182"/>
                    <a:pt x="610076" y="1734217"/>
                    <a:pt x="377000" y="1567815"/>
                  </a:cubicBezTo>
                  <a:cubicBezTo>
                    <a:pt x="143828" y="1401413"/>
                    <a:pt x="0" y="1171766"/>
                    <a:pt x="0" y="918591"/>
                  </a:cubicBezTo>
                  <a:cubicBezTo>
                    <a:pt x="0" y="665417"/>
                    <a:pt x="143828" y="435769"/>
                    <a:pt x="376904" y="269367"/>
                  </a:cubicBezTo>
                  <a:cubicBezTo>
                    <a:pt x="609981" y="102965"/>
                    <a:pt x="932212" y="0"/>
                    <a:pt x="1288161" y="0"/>
                  </a:cubicBezTo>
                  <a:cubicBezTo>
                    <a:pt x="1644110" y="0"/>
                    <a:pt x="1966341" y="102965"/>
                    <a:pt x="2199418" y="269367"/>
                  </a:cubicBezTo>
                  <a:cubicBezTo>
                    <a:pt x="2432495" y="435769"/>
                    <a:pt x="2576322" y="665321"/>
                    <a:pt x="2576322" y="918591"/>
                  </a:cubicBezTo>
                  <a:close/>
                </a:path>
              </a:pathLst>
            </a:custGeom>
            <a:noFill/>
            <a:ln w="12700" cap="flat">
              <a:solidFill>
                <a:schemeClr val="accent5"/>
              </a:solid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D841F816-3D38-20E3-2FB1-9077F35C1415}"/>
                </a:ext>
              </a:extLst>
            </p:cNvPr>
            <p:cNvSpPr/>
            <p:nvPr/>
          </p:nvSpPr>
          <p:spPr>
            <a:xfrm>
              <a:off x="7953717" y="2055187"/>
              <a:ext cx="3207085" cy="1366639"/>
            </a:xfrm>
            <a:custGeom>
              <a:avLst/>
              <a:gdLst>
                <a:gd name="connsiteX0" fmla="*/ 2576322 w 2576321"/>
                <a:gd name="connsiteY0" fmla="*/ 548926 h 1097851"/>
                <a:gd name="connsiteX1" fmla="*/ 2475738 w 2576321"/>
                <a:gd name="connsiteY1" fmla="*/ 761619 h 1097851"/>
                <a:gd name="connsiteX2" fmla="*/ 2199989 w 2576321"/>
                <a:gd name="connsiteY2" fmla="*/ 936403 h 1097851"/>
                <a:gd name="connsiteX3" fmla="*/ 1288161 w 2576321"/>
                <a:gd name="connsiteY3" fmla="*/ 1097852 h 1097851"/>
                <a:gd name="connsiteX4" fmla="*/ 376333 w 2576321"/>
                <a:gd name="connsiteY4" fmla="*/ 936403 h 1097851"/>
                <a:gd name="connsiteX5" fmla="*/ 100584 w 2576321"/>
                <a:gd name="connsiteY5" fmla="*/ 761619 h 1097851"/>
                <a:gd name="connsiteX6" fmla="*/ 0 w 2576321"/>
                <a:gd name="connsiteY6" fmla="*/ 548926 h 1097851"/>
                <a:gd name="connsiteX7" fmla="*/ 100584 w 2576321"/>
                <a:gd name="connsiteY7" fmla="*/ 336233 h 1097851"/>
                <a:gd name="connsiteX8" fmla="*/ 376333 w 2576321"/>
                <a:gd name="connsiteY8" fmla="*/ 161449 h 1097851"/>
                <a:gd name="connsiteX9" fmla="*/ 1288161 w 2576321"/>
                <a:gd name="connsiteY9" fmla="*/ 0 h 1097851"/>
                <a:gd name="connsiteX10" fmla="*/ 2199989 w 2576321"/>
                <a:gd name="connsiteY10" fmla="*/ 161449 h 1097851"/>
                <a:gd name="connsiteX11" fmla="*/ 2475738 w 2576321"/>
                <a:gd name="connsiteY11" fmla="*/ 336233 h 1097851"/>
                <a:gd name="connsiteX12" fmla="*/ 2576322 w 2576321"/>
                <a:gd name="connsiteY12" fmla="*/ 548926 h 109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76321" h="1097851">
                  <a:moveTo>
                    <a:pt x="2576322" y="548926"/>
                  </a:moveTo>
                  <a:cubicBezTo>
                    <a:pt x="2576322" y="624078"/>
                    <a:pt x="2540699" y="695992"/>
                    <a:pt x="2475738" y="761619"/>
                  </a:cubicBezTo>
                  <a:cubicBezTo>
                    <a:pt x="2410778" y="827246"/>
                    <a:pt x="2316575" y="886587"/>
                    <a:pt x="2199989" y="936403"/>
                  </a:cubicBezTo>
                  <a:cubicBezTo>
                    <a:pt x="1966817" y="1036129"/>
                    <a:pt x="1644396" y="1097852"/>
                    <a:pt x="1288161" y="1097852"/>
                  </a:cubicBezTo>
                  <a:cubicBezTo>
                    <a:pt x="931926" y="1097852"/>
                    <a:pt x="609505" y="1036129"/>
                    <a:pt x="376333" y="936403"/>
                  </a:cubicBezTo>
                  <a:cubicBezTo>
                    <a:pt x="259747" y="886587"/>
                    <a:pt x="165545" y="827246"/>
                    <a:pt x="100584" y="761619"/>
                  </a:cubicBezTo>
                  <a:cubicBezTo>
                    <a:pt x="35624" y="695992"/>
                    <a:pt x="0" y="624078"/>
                    <a:pt x="0" y="548926"/>
                  </a:cubicBezTo>
                  <a:cubicBezTo>
                    <a:pt x="0" y="473773"/>
                    <a:pt x="35624" y="401860"/>
                    <a:pt x="100584" y="336233"/>
                  </a:cubicBezTo>
                  <a:cubicBezTo>
                    <a:pt x="165545" y="270605"/>
                    <a:pt x="259747" y="211264"/>
                    <a:pt x="376333" y="161449"/>
                  </a:cubicBezTo>
                  <a:cubicBezTo>
                    <a:pt x="609505" y="61722"/>
                    <a:pt x="931926" y="0"/>
                    <a:pt x="1288161" y="0"/>
                  </a:cubicBezTo>
                  <a:cubicBezTo>
                    <a:pt x="1644396" y="0"/>
                    <a:pt x="1966817" y="61722"/>
                    <a:pt x="2199989" y="161449"/>
                  </a:cubicBezTo>
                  <a:cubicBezTo>
                    <a:pt x="2316575" y="211264"/>
                    <a:pt x="2410778" y="270605"/>
                    <a:pt x="2475738" y="336233"/>
                  </a:cubicBezTo>
                  <a:cubicBezTo>
                    <a:pt x="2540699" y="401860"/>
                    <a:pt x="2576322" y="473773"/>
                    <a:pt x="2576322" y="548926"/>
                  </a:cubicBezTo>
                  <a:close/>
                </a:path>
              </a:pathLst>
            </a:custGeom>
            <a:noFill/>
            <a:ln w="12700" cap="flat">
              <a:solidFill>
                <a:schemeClr val="accent5"/>
              </a:solid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0C4D4A13-85C1-C547-C6BA-702C664CE7D9}"/>
                </a:ext>
              </a:extLst>
            </p:cNvPr>
            <p:cNvSpPr/>
            <p:nvPr/>
          </p:nvSpPr>
          <p:spPr>
            <a:xfrm>
              <a:off x="7953717" y="2975647"/>
              <a:ext cx="3207085" cy="446060"/>
            </a:xfrm>
            <a:custGeom>
              <a:avLst/>
              <a:gdLst>
                <a:gd name="connsiteX0" fmla="*/ 2576322 w 2576321"/>
                <a:gd name="connsiteY0" fmla="*/ 179165 h 358330"/>
                <a:gd name="connsiteX1" fmla="*/ 2551462 w 2576321"/>
                <a:gd name="connsiteY1" fmla="*/ 213360 h 358330"/>
                <a:gd name="connsiteX2" fmla="*/ 2476976 w 2576321"/>
                <a:gd name="connsiteY2" fmla="*/ 247174 h 358330"/>
                <a:gd name="connsiteX3" fmla="*/ 2200751 w 2576321"/>
                <a:gd name="connsiteY3" fmla="*/ 304991 h 358330"/>
                <a:gd name="connsiteX4" fmla="*/ 1288161 w 2576321"/>
                <a:gd name="connsiteY4" fmla="*/ 358330 h 358330"/>
                <a:gd name="connsiteX5" fmla="*/ 375571 w 2576321"/>
                <a:gd name="connsiteY5" fmla="*/ 304991 h 358330"/>
                <a:gd name="connsiteX6" fmla="*/ 99346 w 2576321"/>
                <a:gd name="connsiteY6" fmla="*/ 247174 h 358330"/>
                <a:gd name="connsiteX7" fmla="*/ 24860 w 2576321"/>
                <a:gd name="connsiteY7" fmla="*/ 213360 h 358330"/>
                <a:gd name="connsiteX8" fmla="*/ 0 w 2576321"/>
                <a:gd name="connsiteY8" fmla="*/ 179165 h 358330"/>
                <a:gd name="connsiteX9" fmla="*/ 24860 w 2576321"/>
                <a:gd name="connsiteY9" fmla="*/ 144971 h 358330"/>
                <a:gd name="connsiteX10" fmla="*/ 99346 w 2576321"/>
                <a:gd name="connsiteY10" fmla="*/ 111157 h 358330"/>
                <a:gd name="connsiteX11" fmla="*/ 375571 w 2576321"/>
                <a:gd name="connsiteY11" fmla="*/ 53340 h 358330"/>
                <a:gd name="connsiteX12" fmla="*/ 1288161 w 2576321"/>
                <a:gd name="connsiteY12" fmla="*/ 0 h 358330"/>
                <a:gd name="connsiteX13" fmla="*/ 2200751 w 2576321"/>
                <a:gd name="connsiteY13" fmla="*/ 53340 h 358330"/>
                <a:gd name="connsiteX14" fmla="*/ 2476976 w 2576321"/>
                <a:gd name="connsiteY14" fmla="*/ 111157 h 358330"/>
                <a:gd name="connsiteX15" fmla="*/ 2551462 w 2576321"/>
                <a:gd name="connsiteY15" fmla="*/ 144971 h 358330"/>
                <a:gd name="connsiteX16" fmla="*/ 2576322 w 2576321"/>
                <a:gd name="connsiteY16" fmla="*/ 179165 h 35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6321" h="358330">
                  <a:moveTo>
                    <a:pt x="2576322" y="179165"/>
                  </a:moveTo>
                  <a:cubicBezTo>
                    <a:pt x="2576322" y="190214"/>
                    <a:pt x="2568416" y="201644"/>
                    <a:pt x="2551462" y="213360"/>
                  </a:cubicBezTo>
                  <a:cubicBezTo>
                    <a:pt x="2534602" y="224980"/>
                    <a:pt x="2509552" y="236315"/>
                    <a:pt x="2476976" y="247174"/>
                  </a:cubicBezTo>
                  <a:cubicBezTo>
                    <a:pt x="2411921" y="268891"/>
                    <a:pt x="2317528" y="288512"/>
                    <a:pt x="2200751" y="304991"/>
                  </a:cubicBezTo>
                  <a:cubicBezTo>
                    <a:pt x="1967294" y="337947"/>
                    <a:pt x="1644587" y="358330"/>
                    <a:pt x="1288161" y="358330"/>
                  </a:cubicBezTo>
                  <a:cubicBezTo>
                    <a:pt x="931736" y="358330"/>
                    <a:pt x="609029" y="337947"/>
                    <a:pt x="375571" y="304991"/>
                  </a:cubicBezTo>
                  <a:cubicBezTo>
                    <a:pt x="258794" y="288512"/>
                    <a:pt x="164497" y="268891"/>
                    <a:pt x="99346" y="247174"/>
                  </a:cubicBezTo>
                  <a:cubicBezTo>
                    <a:pt x="66770" y="236315"/>
                    <a:pt x="41720" y="224980"/>
                    <a:pt x="24860" y="213360"/>
                  </a:cubicBezTo>
                  <a:cubicBezTo>
                    <a:pt x="7906" y="201644"/>
                    <a:pt x="0" y="190119"/>
                    <a:pt x="0" y="179165"/>
                  </a:cubicBezTo>
                  <a:cubicBezTo>
                    <a:pt x="0" y="168212"/>
                    <a:pt x="7906" y="156686"/>
                    <a:pt x="24860" y="144971"/>
                  </a:cubicBezTo>
                  <a:cubicBezTo>
                    <a:pt x="41720" y="133350"/>
                    <a:pt x="66770" y="122015"/>
                    <a:pt x="99346" y="111157"/>
                  </a:cubicBezTo>
                  <a:cubicBezTo>
                    <a:pt x="164402" y="89440"/>
                    <a:pt x="258794" y="69818"/>
                    <a:pt x="375571" y="53340"/>
                  </a:cubicBezTo>
                  <a:cubicBezTo>
                    <a:pt x="609029" y="20384"/>
                    <a:pt x="931736" y="0"/>
                    <a:pt x="1288161" y="0"/>
                  </a:cubicBezTo>
                  <a:cubicBezTo>
                    <a:pt x="1644587" y="0"/>
                    <a:pt x="1967294" y="20384"/>
                    <a:pt x="2200751" y="53340"/>
                  </a:cubicBezTo>
                  <a:cubicBezTo>
                    <a:pt x="2317528" y="69818"/>
                    <a:pt x="2411825" y="89440"/>
                    <a:pt x="2476976" y="111157"/>
                  </a:cubicBezTo>
                  <a:cubicBezTo>
                    <a:pt x="2509552" y="122015"/>
                    <a:pt x="2534602" y="133350"/>
                    <a:pt x="2551462" y="144971"/>
                  </a:cubicBezTo>
                  <a:cubicBezTo>
                    <a:pt x="2568416" y="156686"/>
                    <a:pt x="2576322" y="168212"/>
                    <a:pt x="2576322" y="179165"/>
                  </a:cubicBezTo>
                  <a:close/>
                </a:path>
              </a:pathLst>
            </a:custGeom>
            <a:noFill/>
            <a:ln w="12700" cap="flat">
              <a:solidFill>
                <a:schemeClr val="accent5"/>
              </a:solidFill>
              <a:prstDash val="solid"/>
              <a:miter/>
            </a:ln>
          </p:spPr>
          <p:txBody>
            <a:bodyPr rtlCol="0" anchor="ctr"/>
            <a:lstStyle/>
            <a:p>
              <a:endParaRPr lang="en-GB"/>
            </a:p>
          </p:txBody>
        </p:sp>
      </p:grpSp>
    </p:spTree>
    <p:extLst>
      <p:ext uri="{BB962C8B-B14F-4D97-AF65-F5344CB8AC3E}">
        <p14:creationId xmlns:p14="http://schemas.microsoft.com/office/powerpoint/2010/main" val="22713801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ection + Title + Wide">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431A385-EDD8-F410-ACAF-AA0E93D7DB9E}"/>
              </a:ext>
            </a:extLst>
          </p:cNvPr>
          <p:cNvSpPr>
            <a:spLocks noGrp="1"/>
          </p:cNvSpPr>
          <p:nvPr>
            <p:ph sz="quarter" idx="14"/>
          </p:nvPr>
        </p:nvSpPr>
        <p:spPr>
          <a:xfrm>
            <a:off x="381000" y="1419225"/>
            <a:ext cx="11201400" cy="4095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a:extLst>
              <a:ext uri="{FF2B5EF4-FFF2-40B4-BE49-F238E27FC236}">
                <a16:creationId xmlns:a16="http://schemas.microsoft.com/office/drawing/2014/main" id="{A2058657-0676-3D84-D375-B8FB6615916D}"/>
              </a:ext>
            </a:extLst>
          </p:cNvPr>
          <p:cNvSpPr>
            <a:spLocks noGrp="1"/>
          </p:cNvSpPr>
          <p:nvPr>
            <p:ph type="title"/>
          </p:nvPr>
        </p:nvSpPr>
        <p:spPr>
          <a:xfrm>
            <a:off x="381000" y="760542"/>
            <a:ext cx="11201400" cy="381001"/>
          </a:xfrm>
        </p:spPr>
        <p:txBody>
          <a:bodyPr/>
          <a:lstStyle/>
          <a:p>
            <a:r>
              <a:rPr lang="en-US"/>
              <a:t>Click to edit Master title style</a:t>
            </a:r>
            <a:endParaRPr lang="en-GB" dirty="0"/>
          </a:p>
        </p:txBody>
      </p:sp>
      <p:sp>
        <p:nvSpPr>
          <p:cNvPr id="5" name="Content Placeholder 2">
            <a:extLst>
              <a:ext uri="{FF2B5EF4-FFF2-40B4-BE49-F238E27FC236}">
                <a16:creationId xmlns:a16="http://schemas.microsoft.com/office/drawing/2014/main" id="{3A6B41DB-70E3-7E9A-F29A-FAF743B5B1F8}"/>
              </a:ext>
            </a:extLst>
          </p:cNvPr>
          <p:cNvSpPr>
            <a:spLocks noGrp="1"/>
          </p:cNvSpPr>
          <p:nvPr>
            <p:ph idx="13" hasCustomPrompt="1"/>
          </p:nvPr>
        </p:nvSpPr>
        <p:spPr>
          <a:xfrm>
            <a:off x="381000" y="372258"/>
            <a:ext cx="11201400" cy="381000"/>
          </a:xfrm>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4" name="Slide Number Placeholder 13">
            <a:extLst>
              <a:ext uri="{FF2B5EF4-FFF2-40B4-BE49-F238E27FC236}">
                <a16:creationId xmlns:a16="http://schemas.microsoft.com/office/drawing/2014/main" id="{EEAF0347-0EAA-050A-1741-86089E81A9C8}"/>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23122408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 Title Only 0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EDB8-7F5E-02DB-A878-6EA851DF197F}"/>
              </a:ext>
            </a:extLst>
          </p:cNvPr>
          <p:cNvSpPr>
            <a:spLocks noGrp="1"/>
          </p:cNvSpPr>
          <p:nvPr>
            <p:ph type="title"/>
          </p:nvPr>
        </p:nvSpPr>
        <p:spPr>
          <a:xfrm>
            <a:off x="381001" y="765174"/>
            <a:ext cx="8000999" cy="365919"/>
          </a:xfrm>
        </p:spPr>
        <p:txBody>
          <a:bodyPr/>
          <a:lstStyle/>
          <a:p>
            <a:r>
              <a:rPr lang="en-US"/>
              <a:t>Click to edit Master title style</a:t>
            </a:r>
            <a:endParaRPr lang="en-GB"/>
          </a:p>
        </p:txBody>
      </p:sp>
      <p:sp>
        <p:nvSpPr>
          <p:cNvPr id="7" name="Content Placeholder 2">
            <a:extLst>
              <a:ext uri="{FF2B5EF4-FFF2-40B4-BE49-F238E27FC236}">
                <a16:creationId xmlns:a16="http://schemas.microsoft.com/office/drawing/2014/main" id="{AB2AAF66-269D-3A46-71DC-BA3CAB822759}"/>
              </a:ext>
            </a:extLst>
          </p:cNvPr>
          <p:cNvSpPr>
            <a:spLocks noGrp="1"/>
          </p:cNvSpPr>
          <p:nvPr>
            <p:ph idx="13" hasCustomPrompt="1"/>
          </p:nvPr>
        </p:nvSpPr>
        <p:spPr>
          <a:xfrm>
            <a:off x="381000" y="372258"/>
            <a:ext cx="4780085" cy="381000"/>
          </a:xfrm>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3" name="Slide Number Placeholder 13">
            <a:extLst>
              <a:ext uri="{FF2B5EF4-FFF2-40B4-BE49-F238E27FC236}">
                <a16:creationId xmlns:a16="http://schemas.microsoft.com/office/drawing/2014/main" id="{1EE6360A-3998-EAC7-6938-03B7C7505D7B}"/>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928713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Slide Number Placeholder 13">
            <a:extLst>
              <a:ext uri="{FF2B5EF4-FFF2-40B4-BE49-F238E27FC236}">
                <a16:creationId xmlns:a16="http://schemas.microsoft.com/office/drawing/2014/main" id="{3A0192BB-78F4-EF13-CF0E-73B51AD0D537}"/>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566991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Colour 0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EE0CC-070F-5096-D6C0-D545B14EE73D}"/>
              </a:ext>
            </a:extLst>
          </p:cNvPr>
          <p:cNvSpPr>
            <a:spLocks noGrp="1"/>
          </p:cNvSpPr>
          <p:nvPr>
            <p:ph type="ctrTitle"/>
          </p:nvPr>
        </p:nvSpPr>
        <p:spPr>
          <a:xfrm>
            <a:off x="753979" y="2311053"/>
            <a:ext cx="7239001" cy="1653436"/>
          </a:xfrm>
        </p:spPr>
        <p:txBody>
          <a:bodyPr tIns="72000" anchor="b">
            <a:noAutofit/>
          </a:bodyPr>
          <a:lstStyle>
            <a:lvl1pPr algn="l">
              <a:lnSpc>
                <a:spcPct val="85000"/>
              </a:lnSpc>
              <a:defRPr sz="5400" spc="-150">
                <a:solidFill>
                  <a:schemeClr val="bg1"/>
                </a:solidFill>
                <a:latin typeface="Inter SemiBold" panose="02000503000000020004" pitchFamily="2" charset="0"/>
                <a:ea typeface="Inter SemiBold" panose="02000503000000020004" pitchFamily="2" charset="0"/>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28DD3AE2-029D-EA16-99CD-4442FC064EA6}"/>
              </a:ext>
            </a:extLst>
          </p:cNvPr>
          <p:cNvSpPr>
            <a:spLocks noGrp="1"/>
          </p:cNvSpPr>
          <p:nvPr>
            <p:ph type="subTitle" idx="1"/>
          </p:nvPr>
        </p:nvSpPr>
        <p:spPr>
          <a:xfrm>
            <a:off x="777987" y="4572000"/>
            <a:ext cx="4572000" cy="594360"/>
          </a:xfrm>
        </p:spPr>
        <p:txBody>
          <a:bodyPr anchor="t"/>
          <a:lstStyle>
            <a:lvl1pPr marL="0" indent="0" algn="l">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6" name="Text Placeholder 5">
            <a:extLst>
              <a:ext uri="{FF2B5EF4-FFF2-40B4-BE49-F238E27FC236}">
                <a16:creationId xmlns:a16="http://schemas.microsoft.com/office/drawing/2014/main" id="{B2FBD1BF-C3BA-195D-5B97-1488EE82BA27}"/>
              </a:ext>
            </a:extLst>
          </p:cNvPr>
          <p:cNvSpPr>
            <a:spLocks noGrp="1"/>
          </p:cNvSpPr>
          <p:nvPr>
            <p:ph type="body" sz="quarter" idx="10" hasCustomPrompt="1"/>
          </p:nvPr>
        </p:nvSpPr>
        <p:spPr>
          <a:xfrm>
            <a:off x="767244" y="762000"/>
            <a:ext cx="1518756" cy="381000"/>
          </a:xfrm>
          <a:prstGeom prst="roundRect">
            <a:avLst>
              <a:gd name="adj" fmla="val 50000"/>
            </a:avLst>
          </a:prstGeom>
          <a:solidFill>
            <a:schemeClr val="bg1"/>
          </a:solidFill>
          <a:ln>
            <a:solidFill>
              <a:schemeClr val="bg1"/>
            </a:solidFill>
          </a:ln>
        </p:spPr>
        <p:txBody>
          <a:bodyPr anchor="ctr"/>
          <a:lstStyle>
            <a:lvl1pPr marL="0" indent="0" algn="ctr">
              <a:buFont typeface="Arial" panose="020B0604020202020204" pitchFamily="34" charset="0"/>
              <a:buNone/>
              <a:defRPr sz="1200" b="1">
                <a:solidFill>
                  <a:schemeClr val="accent1"/>
                </a:solidFill>
                <a:latin typeface="+mj-lt"/>
                <a:sym typeface="Wingdings" panose="05000000000000000000" pitchFamily="2" charset="2"/>
              </a:defRPr>
            </a:lvl1pPr>
          </a:lstStyle>
          <a:p>
            <a:pPr lvl="0"/>
            <a:r>
              <a:rPr lang="en-US"/>
              <a:t>Section </a:t>
            </a:r>
            <a:endParaRPr lang="en-GB"/>
          </a:p>
        </p:txBody>
      </p:sp>
      <p:grpSp>
        <p:nvGrpSpPr>
          <p:cNvPr id="11" name="Graphic 11">
            <a:extLst>
              <a:ext uri="{FF2B5EF4-FFF2-40B4-BE49-F238E27FC236}">
                <a16:creationId xmlns:a16="http://schemas.microsoft.com/office/drawing/2014/main" id="{051CAE08-9388-99B6-9B25-6CC1B06AABB7}"/>
              </a:ext>
            </a:extLst>
          </p:cNvPr>
          <p:cNvGrpSpPr>
            <a:grpSpLocks noChangeAspect="1"/>
          </p:cNvGrpSpPr>
          <p:nvPr/>
        </p:nvGrpSpPr>
        <p:grpSpPr>
          <a:xfrm>
            <a:off x="383118" y="6426047"/>
            <a:ext cx="862436" cy="230092"/>
            <a:chOff x="5925389" y="-67473"/>
            <a:chExt cx="1453278" cy="387715"/>
          </a:xfrm>
          <a:solidFill>
            <a:schemeClr val="bg1"/>
          </a:solidFill>
        </p:grpSpPr>
        <p:sp>
          <p:nvSpPr>
            <p:cNvPr id="12" name="Freeform 8">
              <a:extLst>
                <a:ext uri="{FF2B5EF4-FFF2-40B4-BE49-F238E27FC236}">
                  <a16:creationId xmlns:a16="http://schemas.microsoft.com/office/drawing/2014/main" id="{2DC32A87-5A67-C9C8-5546-7BD6A64EC964}"/>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sz="2400"/>
            </a:p>
          </p:txBody>
        </p:sp>
        <p:sp>
          <p:nvSpPr>
            <p:cNvPr id="13" name="Freeform 9">
              <a:extLst>
                <a:ext uri="{FF2B5EF4-FFF2-40B4-BE49-F238E27FC236}">
                  <a16:creationId xmlns:a16="http://schemas.microsoft.com/office/drawing/2014/main" id="{5C99C041-B172-EC56-5381-ECC8DA93C6DA}"/>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sz="2400"/>
            </a:p>
          </p:txBody>
        </p:sp>
        <p:sp>
          <p:nvSpPr>
            <p:cNvPr id="14" name="Freeform 10">
              <a:extLst>
                <a:ext uri="{FF2B5EF4-FFF2-40B4-BE49-F238E27FC236}">
                  <a16:creationId xmlns:a16="http://schemas.microsoft.com/office/drawing/2014/main" id="{4D6761BC-0272-DBF1-C869-2ADF7A2ADDAF}"/>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sz="2400"/>
            </a:p>
          </p:txBody>
        </p:sp>
        <p:sp>
          <p:nvSpPr>
            <p:cNvPr id="15" name="Freeform 11">
              <a:extLst>
                <a:ext uri="{FF2B5EF4-FFF2-40B4-BE49-F238E27FC236}">
                  <a16:creationId xmlns:a16="http://schemas.microsoft.com/office/drawing/2014/main" id="{13792CFA-EE9B-BD5B-8056-84077BF11205}"/>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sz="2400"/>
            </a:p>
          </p:txBody>
        </p:sp>
        <p:sp>
          <p:nvSpPr>
            <p:cNvPr id="16" name="Freeform 12">
              <a:extLst>
                <a:ext uri="{FF2B5EF4-FFF2-40B4-BE49-F238E27FC236}">
                  <a16:creationId xmlns:a16="http://schemas.microsoft.com/office/drawing/2014/main" id="{5E583F6B-0396-255C-0CAC-A7E17955AD94}"/>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176628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 Title + Copy + Chart 02">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35F1A-60CA-08F8-B525-AE08379BEBC7}"/>
              </a:ext>
            </a:extLst>
          </p:cNvPr>
          <p:cNvSpPr>
            <a:spLocks noGrp="1"/>
          </p:cNvSpPr>
          <p:nvPr>
            <p:ph idx="1"/>
          </p:nvPr>
        </p:nvSpPr>
        <p:spPr>
          <a:xfrm>
            <a:off x="381000" y="2669523"/>
            <a:ext cx="2667000" cy="3048000"/>
          </a:xfrm>
        </p:spPr>
        <p:txBody>
          <a:bodyPr/>
          <a:lstStyle>
            <a:lvl1pPr>
              <a:buClr>
                <a:schemeClr val="accent1"/>
              </a:buClr>
              <a:defRPr/>
            </a:lvl1pPr>
            <a:lvl2pPr>
              <a:buClr>
                <a:schemeClr val="accent1"/>
              </a:buClr>
              <a:defRPr/>
            </a:lvl2pPr>
            <a:lvl3pPr>
              <a:buClr>
                <a:schemeClr val="accent1"/>
              </a:buClr>
              <a:defRPr>
                <a:latin typeface="Inter SemiBold" panose="02000503000000020004" pitchFamily="2" charset="0"/>
                <a:ea typeface="Inter SemiBold" panose="02000503000000020004" pitchFamily="2" charset="0"/>
              </a:defRPr>
            </a:lvl3pPr>
            <a:lvl4pPr>
              <a:buClr>
                <a:schemeClr val="accent1"/>
              </a:buClr>
              <a:defRPr/>
            </a:lvl4pPr>
            <a:lvl5pPr>
              <a:buClr>
                <a:schemeClr val="accent1"/>
              </a:buClr>
              <a:defRPr/>
            </a:lvl5pPr>
            <a:lvl6pPr>
              <a:buClr>
                <a:schemeClr val="accent1"/>
              </a:buClr>
              <a:defRPr>
                <a:latin typeface="Inter SemiBold" panose="02000503000000020004" pitchFamily="2" charset="0"/>
                <a:ea typeface="Inter SemiBold" panose="02000503000000020004" pitchFamily="2" charset="0"/>
              </a:defRPr>
            </a:lvl6pPr>
            <a:lvl7pPr>
              <a:buClr>
                <a:schemeClr val="accent1"/>
              </a:buClr>
              <a:defRPr/>
            </a:lvl7pPr>
            <a:lvl8pPr>
              <a:buClr>
                <a:schemeClr val="accent1"/>
              </a:buClr>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1" y="372258"/>
            <a:ext cx="2667000"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8" name="Content Placeholder 2">
            <a:extLst>
              <a:ext uri="{FF2B5EF4-FFF2-40B4-BE49-F238E27FC236}">
                <a16:creationId xmlns:a16="http://schemas.microsoft.com/office/drawing/2014/main" id="{DEB1568A-DE3D-BC99-2F4F-E2595E0A3801}"/>
              </a:ext>
            </a:extLst>
          </p:cNvPr>
          <p:cNvSpPr>
            <a:spLocks noGrp="1"/>
          </p:cNvSpPr>
          <p:nvPr>
            <p:ph idx="14"/>
          </p:nvPr>
        </p:nvSpPr>
        <p:spPr>
          <a:xfrm>
            <a:off x="3429000" y="381000"/>
            <a:ext cx="8382000" cy="5719774"/>
          </a:xfrm>
        </p:spPr>
        <p:txBody>
          <a:bodyPr/>
          <a:lstStyle>
            <a:lvl1pPr>
              <a:buClr>
                <a:schemeClr val="accent1"/>
              </a:buClr>
              <a:defRPr/>
            </a:lvl1pPr>
            <a:lvl2pPr>
              <a:buClr>
                <a:schemeClr val="accent1"/>
              </a:buClr>
              <a:defRPr/>
            </a:lvl2pPr>
            <a:lvl3pPr>
              <a:buClr>
                <a:schemeClr val="accent1"/>
              </a:buClr>
              <a:defRPr>
                <a:latin typeface="Inter SemiBold" panose="02000503000000020004" pitchFamily="2" charset="0"/>
                <a:ea typeface="Inter SemiBold" panose="02000503000000020004" pitchFamily="2" charset="0"/>
              </a:defRPr>
            </a:lvl3pPr>
            <a:lvl4pPr>
              <a:buClr>
                <a:schemeClr val="accent1"/>
              </a:buClr>
              <a:defRPr/>
            </a:lvl4pPr>
            <a:lvl5pPr>
              <a:buClr>
                <a:schemeClr val="accent1"/>
              </a:buClr>
              <a:defRPr/>
            </a:lvl5pPr>
            <a:lvl6pPr>
              <a:buClr>
                <a:schemeClr val="accent1"/>
              </a:buClr>
              <a:defRPr>
                <a:latin typeface="Inter SemiBold" panose="02000503000000020004" pitchFamily="2" charset="0"/>
                <a:ea typeface="Inter SemiBold" panose="02000503000000020004" pitchFamily="2" charset="0"/>
              </a:defRPr>
            </a:lvl6pPr>
            <a:lvl7pPr>
              <a:buClr>
                <a:schemeClr val="accent1"/>
              </a:buClr>
              <a:defRPr/>
            </a:lvl7pPr>
            <a:lvl8pPr>
              <a:buClr>
                <a:schemeClr val="accent1"/>
              </a:buClr>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 Placeholder 5">
            <a:extLst>
              <a:ext uri="{FF2B5EF4-FFF2-40B4-BE49-F238E27FC236}">
                <a16:creationId xmlns:a16="http://schemas.microsoft.com/office/drawing/2014/main" id="{5383118C-FE06-89C5-FC10-1E4D6B327B37}"/>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itle 5">
            <a:extLst>
              <a:ext uri="{FF2B5EF4-FFF2-40B4-BE49-F238E27FC236}">
                <a16:creationId xmlns:a16="http://schemas.microsoft.com/office/drawing/2014/main" id="{F76E6F67-AF89-B7F9-5166-D240E729A2BC}"/>
              </a:ext>
            </a:extLst>
          </p:cNvPr>
          <p:cNvSpPr>
            <a:spLocks noGrp="1"/>
          </p:cNvSpPr>
          <p:nvPr>
            <p:ph type="title"/>
          </p:nvPr>
        </p:nvSpPr>
        <p:spPr>
          <a:xfrm>
            <a:off x="381001" y="765174"/>
            <a:ext cx="2666999" cy="365919"/>
          </a:xfrm>
        </p:spPr>
        <p:txBody>
          <a:bodyPr/>
          <a:lstStyle/>
          <a:p>
            <a:r>
              <a:rPr lang="en-US"/>
              <a:t>Click to edit Master title style</a:t>
            </a:r>
            <a:endParaRPr lang="en-GB"/>
          </a:p>
        </p:txBody>
      </p:sp>
      <p:sp>
        <p:nvSpPr>
          <p:cNvPr id="5" name="Slide Number Placeholder 13">
            <a:extLst>
              <a:ext uri="{FF2B5EF4-FFF2-40B4-BE49-F238E27FC236}">
                <a16:creationId xmlns:a16="http://schemas.microsoft.com/office/drawing/2014/main" id="{3D90C34C-3FEE-3360-AC98-3FD1D2CF914E}"/>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50121143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 Title + Copy + Chart 03">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35F1A-60CA-08F8-B525-AE08379BEBC7}"/>
              </a:ext>
            </a:extLst>
          </p:cNvPr>
          <p:cNvSpPr>
            <a:spLocks noGrp="1"/>
          </p:cNvSpPr>
          <p:nvPr>
            <p:ph idx="1"/>
          </p:nvPr>
        </p:nvSpPr>
        <p:spPr>
          <a:xfrm>
            <a:off x="391266" y="2667000"/>
            <a:ext cx="2269172" cy="3048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2">
            <a:extLst>
              <a:ext uri="{FF2B5EF4-FFF2-40B4-BE49-F238E27FC236}">
                <a16:creationId xmlns:a16="http://schemas.microsoft.com/office/drawing/2014/main" id="{DEB1568A-DE3D-BC99-2F4F-E2595E0A3801}"/>
              </a:ext>
            </a:extLst>
          </p:cNvPr>
          <p:cNvSpPr>
            <a:spLocks noGrp="1"/>
          </p:cNvSpPr>
          <p:nvPr>
            <p:ph idx="14"/>
          </p:nvPr>
        </p:nvSpPr>
        <p:spPr>
          <a:xfrm>
            <a:off x="6096001" y="392906"/>
            <a:ext cx="5714998" cy="570786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2">
            <a:extLst>
              <a:ext uri="{FF2B5EF4-FFF2-40B4-BE49-F238E27FC236}">
                <a16:creationId xmlns:a16="http://schemas.microsoft.com/office/drawing/2014/main" id="{27DC89B1-08EC-9E31-65EF-E645E1D57E6B}"/>
              </a:ext>
            </a:extLst>
          </p:cNvPr>
          <p:cNvSpPr>
            <a:spLocks noGrp="1"/>
          </p:cNvSpPr>
          <p:nvPr>
            <p:ph idx="15"/>
          </p:nvPr>
        </p:nvSpPr>
        <p:spPr>
          <a:xfrm>
            <a:off x="3048000" y="2683042"/>
            <a:ext cx="2262610" cy="3048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2">
            <a:extLst>
              <a:ext uri="{FF2B5EF4-FFF2-40B4-BE49-F238E27FC236}">
                <a16:creationId xmlns:a16="http://schemas.microsoft.com/office/drawing/2014/main" id="{9FB08CA2-96AE-C04C-2719-D9FD434E2595}"/>
              </a:ext>
            </a:extLst>
          </p:cNvPr>
          <p:cNvSpPr>
            <a:spLocks noGrp="1"/>
          </p:cNvSpPr>
          <p:nvPr>
            <p:ph idx="13" hasCustomPrompt="1"/>
          </p:nvPr>
        </p:nvSpPr>
        <p:spPr>
          <a:xfrm>
            <a:off x="381000" y="372258"/>
            <a:ext cx="3047999" cy="381000"/>
          </a:xfrm>
          <a:noFill/>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2" name="Text Placeholder 5">
            <a:extLst>
              <a:ext uri="{FF2B5EF4-FFF2-40B4-BE49-F238E27FC236}">
                <a16:creationId xmlns:a16="http://schemas.microsoft.com/office/drawing/2014/main" id="{E5D7DFFA-5BD0-539D-AE9A-F41D777EAFA9}"/>
              </a:ext>
            </a:extLst>
          </p:cNvPr>
          <p:cNvSpPr>
            <a:spLocks noGrp="1"/>
          </p:cNvSpPr>
          <p:nvPr>
            <p:ph type="body" sz="quarter" idx="18"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a:extLst>
              <a:ext uri="{FF2B5EF4-FFF2-40B4-BE49-F238E27FC236}">
                <a16:creationId xmlns:a16="http://schemas.microsoft.com/office/drawing/2014/main" id="{B475547F-04B9-F6CA-BD96-DDE4A80D2191}"/>
              </a:ext>
            </a:extLst>
          </p:cNvPr>
          <p:cNvSpPr>
            <a:spLocks noGrp="1"/>
          </p:cNvSpPr>
          <p:nvPr>
            <p:ph type="title"/>
          </p:nvPr>
        </p:nvSpPr>
        <p:spPr>
          <a:xfrm>
            <a:off x="381002" y="765174"/>
            <a:ext cx="5020206" cy="365919"/>
          </a:xfrm>
        </p:spPr>
        <p:txBody>
          <a:bodyPr/>
          <a:lstStyle/>
          <a:p>
            <a:r>
              <a:rPr lang="en-US"/>
              <a:t>Click to edit Master title style</a:t>
            </a:r>
            <a:endParaRPr lang="en-GB"/>
          </a:p>
        </p:txBody>
      </p:sp>
      <p:sp>
        <p:nvSpPr>
          <p:cNvPr id="6" name="Slide Number Placeholder 13">
            <a:extLst>
              <a:ext uri="{FF2B5EF4-FFF2-40B4-BE49-F238E27FC236}">
                <a16:creationId xmlns:a16="http://schemas.microsoft.com/office/drawing/2014/main" id="{A51301BA-A399-46D0-63FF-73399403EBAC}"/>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4327899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2 Column 02">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35F1A-60CA-08F8-B525-AE08379BEBC7}"/>
              </a:ext>
            </a:extLst>
          </p:cNvPr>
          <p:cNvSpPr>
            <a:spLocks noGrp="1"/>
          </p:cNvSpPr>
          <p:nvPr>
            <p:ph idx="1"/>
          </p:nvPr>
        </p:nvSpPr>
        <p:spPr>
          <a:xfrm>
            <a:off x="4191001" y="381000"/>
            <a:ext cx="3429000" cy="5715000"/>
          </a:xfrm>
          <a:prstGeom prst="roundRect">
            <a:avLst>
              <a:gd name="adj" fmla="val 3150"/>
            </a:avLst>
          </a:prstGeom>
          <a:solidFill>
            <a:schemeClr val="bg2"/>
          </a:solidFill>
        </p:spPr>
        <p:txBody>
          <a:bodyPr lIns="180000" tIns="180000" rIns="180000" bIns="18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2">
            <a:extLst>
              <a:ext uri="{FF2B5EF4-FFF2-40B4-BE49-F238E27FC236}">
                <a16:creationId xmlns:a16="http://schemas.microsoft.com/office/drawing/2014/main" id="{DEB1568A-DE3D-BC99-2F4F-E2595E0A3801}"/>
              </a:ext>
            </a:extLst>
          </p:cNvPr>
          <p:cNvSpPr>
            <a:spLocks noGrp="1"/>
          </p:cNvSpPr>
          <p:nvPr>
            <p:ph idx="14"/>
          </p:nvPr>
        </p:nvSpPr>
        <p:spPr>
          <a:xfrm>
            <a:off x="8017829" y="372258"/>
            <a:ext cx="3429000" cy="5723742"/>
          </a:xfrm>
          <a:prstGeom prst="roundRect">
            <a:avLst>
              <a:gd name="adj" fmla="val 3150"/>
            </a:avLst>
          </a:prstGeom>
          <a:solidFill>
            <a:schemeClr val="bg2"/>
          </a:solidFill>
        </p:spPr>
        <p:txBody>
          <a:bodyPr lIns="180000" tIns="180000" rIns="180000" bIns="18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4">
            <a:extLst>
              <a:ext uri="{FF2B5EF4-FFF2-40B4-BE49-F238E27FC236}">
                <a16:creationId xmlns:a16="http://schemas.microsoft.com/office/drawing/2014/main" id="{9AC2F786-DBD2-F5DB-F12E-92EA2359D677}"/>
              </a:ext>
            </a:extLst>
          </p:cNvPr>
          <p:cNvSpPr>
            <a:spLocks noGrp="1"/>
          </p:cNvSpPr>
          <p:nvPr>
            <p:ph type="title"/>
          </p:nvPr>
        </p:nvSpPr>
        <p:spPr>
          <a:xfrm>
            <a:off x="381001" y="773906"/>
            <a:ext cx="3125208" cy="738188"/>
          </a:xfrm>
        </p:spPr>
        <p:txBody>
          <a:bodyPr/>
          <a:lstStyle/>
          <a:p>
            <a:r>
              <a:rPr lang="en-US"/>
              <a:t>Click to edit Master title style</a:t>
            </a:r>
            <a:endParaRPr lang="en-GB"/>
          </a:p>
        </p:txBody>
      </p:sp>
      <p:sp>
        <p:nvSpPr>
          <p:cNvPr id="7" name="Content Placeholder 2">
            <a:extLst>
              <a:ext uri="{FF2B5EF4-FFF2-40B4-BE49-F238E27FC236}">
                <a16:creationId xmlns:a16="http://schemas.microsoft.com/office/drawing/2014/main" id="{64E2F184-536A-CD13-EDDA-B2C80089BBE6}"/>
              </a:ext>
            </a:extLst>
          </p:cNvPr>
          <p:cNvSpPr>
            <a:spLocks noGrp="1"/>
          </p:cNvSpPr>
          <p:nvPr>
            <p:ph idx="15"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2" name="Text Placeholder 14">
            <a:extLst>
              <a:ext uri="{FF2B5EF4-FFF2-40B4-BE49-F238E27FC236}">
                <a16:creationId xmlns:a16="http://schemas.microsoft.com/office/drawing/2014/main" id="{23C0CD70-FE91-B48D-EAEB-76A06C6F0EA2}"/>
              </a:ext>
            </a:extLst>
          </p:cNvPr>
          <p:cNvSpPr>
            <a:spLocks noGrp="1"/>
          </p:cNvSpPr>
          <p:nvPr>
            <p:ph type="body" sz="quarter" idx="18"/>
          </p:nvPr>
        </p:nvSpPr>
        <p:spPr>
          <a:xfrm>
            <a:off x="381000" y="2615134"/>
            <a:ext cx="3047999" cy="9569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5">
            <a:extLst>
              <a:ext uri="{FF2B5EF4-FFF2-40B4-BE49-F238E27FC236}">
                <a16:creationId xmlns:a16="http://schemas.microsoft.com/office/drawing/2014/main" id="{A1B31409-6645-F25A-AAD9-945446673C8E}"/>
              </a:ext>
            </a:extLst>
          </p:cNvPr>
          <p:cNvSpPr>
            <a:spLocks noGrp="1"/>
          </p:cNvSpPr>
          <p:nvPr>
            <p:ph type="body" sz="quarter" idx="19" hasCustomPrompt="1"/>
          </p:nvPr>
        </p:nvSpPr>
        <p:spPr>
          <a:xfrm>
            <a:off x="381001" y="6096000"/>
            <a:ext cx="8762999" cy="381000"/>
          </a:xfrm>
        </p:spPr>
        <p:txBody>
          <a:bodyPr bIns="72000" anchor="b"/>
          <a:lstStyle>
            <a:lvl1pPr marL="0" indent="0">
              <a:lnSpc>
                <a:spcPct val="100000"/>
              </a:lnSpc>
              <a:spcBef>
                <a:spcPts val="0"/>
              </a:spcBef>
              <a:spcAft>
                <a:spcPts val="0"/>
              </a:spcAft>
              <a:buNone/>
              <a:defRPr sz="600" b="1">
                <a:solidFill>
                  <a:schemeClr val="accent1"/>
                </a:solidFill>
                <a:latin typeface="+mj-lt"/>
              </a:defRPr>
            </a:lvl1pPr>
            <a:lvl2pPr>
              <a:lnSpc>
                <a:spcPct val="100000"/>
              </a:lnSpc>
              <a:spcBef>
                <a:spcPts val="200"/>
              </a:spcBef>
              <a:spcAft>
                <a:spcPts val="0"/>
              </a:spcAft>
              <a:defRPr sz="600">
                <a:latin typeface="+mj-lt"/>
              </a:defRPr>
            </a:lvl2pPr>
            <a:lvl3pPr>
              <a:lnSpc>
                <a:spcPct val="100000"/>
              </a:lnSpc>
              <a:spcBef>
                <a:spcPts val="200"/>
              </a:spcBef>
              <a:spcAft>
                <a:spcPts val="0"/>
              </a:spcAft>
              <a:defRPr sz="600"/>
            </a:lvl3pPr>
            <a:lvl4pPr marL="90488" indent="-90488">
              <a:lnSpc>
                <a:spcPct val="100000"/>
              </a:lnSpc>
              <a:spcBef>
                <a:spcPts val="200"/>
              </a:spcBef>
              <a:spcAft>
                <a:spcPts val="0"/>
              </a:spcAft>
              <a:defRPr sz="600"/>
            </a:lvl4pPr>
            <a:lvl5pPr marL="90488" indent="-90488">
              <a:lnSpc>
                <a:spcPct val="100000"/>
              </a:lnSpc>
              <a:spcBef>
                <a:spcPts val="0"/>
              </a:spcBef>
              <a:spcAft>
                <a:spcPts val="0"/>
              </a:spcAft>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13">
            <a:extLst>
              <a:ext uri="{FF2B5EF4-FFF2-40B4-BE49-F238E27FC236}">
                <a16:creationId xmlns:a16="http://schemas.microsoft.com/office/drawing/2014/main" id="{AFB4B6EE-3EF3-6256-5FA3-03903AC1092B}"/>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4077363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Column 02">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CC427487-EAA7-84BA-3AD8-7CC6E85CEB23}"/>
              </a:ext>
            </a:extLst>
          </p:cNvPr>
          <p:cNvSpPr>
            <a:spLocks noGrp="1"/>
          </p:cNvSpPr>
          <p:nvPr>
            <p:ph type="body" sz="quarter" idx="18"/>
          </p:nvPr>
        </p:nvSpPr>
        <p:spPr>
          <a:xfrm>
            <a:off x="381000" y="1524000"/>
            <a:ext cx="4953000" cy="762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546340E4-92FA-B6EF-1FDC-DAD17361DBB0}"/>
              </a:ext>
            </a:extLst>
          </p:cNvPr>
          <p:cNvSpPr>
            <a:spLocks noGrp="1"/>
          </p:cNvSpPr>
          <p:nvPr>
            <p:ph idx="1"/>
          </p:nvPr>
        </p:nvSpPr>
        <p:spPr>
          <a:xfrm>
            <a:off x="380999" y="2667000"/>
            <a:ext cx="3201854" cy="3048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B7F6C505-76F8-940A-B0D3-2368D3787AB6}"/>
              </a:ext>
            </a:extLst>
          </p:cNvPr>
          <p:cNvSpPr>
            <a:spLocks noGrp="1"/>
          </p:cNvSpPr>
          <p:nvPr>
            <p:ph idx="14"/>
          </p:nvPr>
        </p:nvSpPr>
        <p:spPr>
          <a:xfrm>
            <a:off x="4071699" y="2667000"/>
            <a:ext cx="3622082" cy="3048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2">
            <a:extLst>
              <a:ext uri="{FF2B5EF4-FFF2-40B4-BE49-F238E27FC236}">
                <a16:creationId xmlns:a16="http://schemas.microsoft.com/office/drawing/2014/main" id="{E0FA1220-8B13-9765-93FB-5AC7C4D8E6A7}"/>
              </a:ext>
            </a:extLst>
          </p:cNvPr>
          <p:cNvSpPr>
            <a:spLocks noGrp="1"/>
          </p:cNvSpPr>
          <p:nvPr>
            <p:ph idx="15"/>
          </p:nvPr>
        </p:nvSpPr>
        <p:spPr>
          <a:xfrm>
            <a:off x="8182627" y="2667000"/>
            <a:ext cx="3629416" cy="3048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5">
            <a:extLst>
              <a:ext uri="{FF2B5EF4-FFF2-40B4-BE49-F238E27FC236}">
                <a16:creationId xmlns:a16="http://schemas.microsoft.com/office/drawing/2014/main" id="{A37D8F40-689A-3FA5-B6D3-8B41E8F767E6}"/>
              </a:ext>
            </a:extLst>
          </p:cNvPr>
          <p:cNvSpPr>
            <a:spLocks noGrp="1"/>
          </p:cNvSpPr>
          <p:nvPr>
            <p:ph type="body" sz="quarter" idx="19"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5B36F79B-A305-D763-2FE5-96BE3262137F}"/>
              </a:ext>
            </a:extLst>
          </p:cNvPr>
          <p:cNvSpPr>
            <a:spLocks noGrp="1"/>
          </p:cNvSpPr>
          <p:nvPr>
            <p:ph type="title"/>
          </p:nvPr>
        </p:nvSpPr>
        <p:spPr/>
        <p:txBody>
          <a:bodyPr/>
          <a:lstStyle/>
          <a:p>
            <a:r>
              <a:rPr lang="en-US"/>
              <a:t>Click to edit Master title style</a:t>
            </a:r>
            <a:endParaRPr lang="en-GB"/>
          </a:p>
        </p:txBody>
      </p:sp>
      <p:sp>
        <p:nvSpPr>
          <p:cNvPr id="5" name="Slide Number Placeholder 13">
            <a:extLst>
              <a:ext uri="{FF2B5EF4-FFF2-40B4-BE49-F238E27FC236}">
                <a16:creationId xmlns:a16="http://schemas.microsoft.com/office/drawing/2014/main" id="{02326195-21C9-2322-B40B-3026960B517B}"/>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83449948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3 Column 03">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CC427487-EAA7-84BA-3AD8-7CC6E85CEB23}"/>
              </a:ext>
            </a:extLst>
          </p:cNvPr>
          <p:cNvSpPr>
            <a:spLocks noGrp="1"/>
          </p:cNvSpPr>
          <p:nvPr>
            <p:ph type="body" sz="quarter" idx="18"/>
          </p:nvPr>
        </p:nvSpPr>
        <p:spPr>
          <a:xfrm>
            <a:off x="381000" y="1524000"/>
            <a:ext cx="4953000" cy="76200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546340E4-92FA-B6EF-1FDC-DAD17361DBB0}"/>
              </a:ext>
            </a:extLst>
          </p:cNvPr>
          <p:cNvSpPr>
            <a:spLocks noGrp="1"/>
          </p:cNvSpPr>
          <p:nvPr>
            <p:ph idx="1"/>
          </p:nvPr>
        </p:nvSpPr>
        <p:spPr>
          <a:xfrm>
            <a:off x="380999" y="2657574"/>
            <a:ext cx="3570001" cy="3048000"/>
          </a:xfrm>
          <a:prstGeom prst="roundRect">
            <a:avLst>
              <a:gd name="adj" fmla="val 3150"/>
            </a:avLst>
          </a:prstGeom>
          <a:solidFill>
            <a:schemeClr val="bg2"/>
          </a:solidFill>
        </p:spPr>
        <p:txBody>
          <a:bodyPr lIns="180000" tIns="180000" rIns="180000" bIns="18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21C9E3CD-CCC6-D43A-7C7A-D4295080C0B1}"/>
              </a:ext>
            </a:extLst>
          </p:cNvPr>
          <p:cNvSpPr>
            <a:spLocks noGrp="1"/>
          </p:cNvSpPr>
          <p:nvPr>
            <p:ph idx="19"/>
          </p:nvPr>
        </p:nvSpPr>
        <p:spPr>
          <a:xfrm>
            <a:off x="4311000" y="2657574"/>
            <a:ext cx="3570001" cy="3048000"/>
          </a:xfrm>
          <a:prstGeom prst="roundRect">
            <a:avLst>
              <a:gd name="adj" fmla="val 3150"/>
            </a:avLst>
          </a:prstGeom>
          <a:solidFill>
            <a:schemeClr val="bg2"/>
          </a:solidFill>
        </p:spPr>
        <p:txBody>
          <a:bodyPr lIns="180000" tIns="180000" rIns="180000" bIns="18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216AD5DA-9F63-EFE0-2276-B9DE9AA45F70}"/>
              </a:ext>
            </a:extLst>
          </p:cNvPr>
          <p:cNvSpPr>
            <a:spLocks noGrp="1"/>
          </p:cNvSpPr>
          <p:nvPr>
            <p:ph idx="20"/>
          </p:nvPr>
        </p:nvSpPr>
        <p:spPr>
          <a:xfrm>
            <a:off x="8241001" y="2667000"/>
            <a:ext cx="3570001" cy="3048000"/>
          </a:xfrm>
          <a:prstGeom prst="roundRect">
            <a:avLst>
              <a:gd name="adj" fmla="val 3150"/>
            </a:avLst>
          </a:prstGeom>
          <a:solidFill>
            <a:schemeClr val="bg2"/>
          </a:solidFill>
        </p:spPr>
        <p:txBody>
          <a:bodyPr lIns="180000" tIns="180000" rIns="180000" bIns="18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solidFill>
                  <a:schemeClr val="tx1"/>
                </a:solidFill>
              </a:defRPr>
            </a:lvl8pPr>
            <a:lvl9pPr>
              <a:buClr>
                <a:schemeClr val="accent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FE7F42FA-1B2F-53CC-6364-6427D2F3129D}"/>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itle 15">
            <a:extLst>
              <a:ext uri="{FF2B5EF4-FFF2-40B4-BE49-F238E27FC236}">
                <a16:creationId xmlns:a16="http://schemas.microsoft.com/office/drawing/2014/main" id="{7C3CEA40-B94E-DE2F-3122-8D0D014854D7}"/>
              </a:ext>
            </a:extLst>
          </p:cNvPr>
          <p:cNvSpPr>
            <a:spLocks noGrp="1"/>
          </p:cNvSpPr>
          <p:nvPr>
            <p:ph type="title"/>
          </p:nvPr>
        </p:nvSpPr>
        <p:spPr/>
        <p:txBody>
          <a:bodyPr/>
          <a:lstStyle/>
          <a:p>
            <a:r>
              <a:rPr lang="en-US"/>
              <a:t>Click to edit Master title style</a:t>
            </a:r>
            <a:endParaRPr lang="en-GB"/>
          </a:p>
        </p:txBody>
      </p:sp>
      <p:sp>
        <p:nvSpPr>
          <p:cNvPr id="3" name="Slide Number Placeholder 13">
            <a:extLst>
              <a:ext uri="{FF2B5EF4-FFF2-40B4-BE49-F238E27FC236}">
                <a16:creationId xmlns:a16="http://schemas.microsoft.com/office/drawing/2014/main" id="{17CD1711-DD1F-34ED-8E0D-358AED0DB052}"/>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043775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4 Column 01">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1000" y="771426"/>
            <a:ext cx="9144000" cy="381000"/>
          </a:xfrm>
        </p:spPr>
        <p:txBody>
          <a:bodyPr/>
          <a:lstStyle/>
          <a:p>
            <a:r>
              <a:rPr lang="en-US"/>
              <a:t>Click to edit Master title style</a:t>
            </a:r>
            <a:endParaRPr lang="en-GB"/>
          </a:p>
        </p:txBody>
      </p:sp>
      <p:sp>
        <p:nvSpPr>
          <p:cNvPr id="15" name="Text Placeholder 14">
            <a:extLst>
              <a:ext uri="{FF2B5EF4-FFF2-40B4-BE49-F238E27FC236}">
                <a16:creationId xmlns:a16="http://schemas.microsoft.com/office/drawing/2014/main" id="{CC427487-EAA7-84BA-3AD8-7CC6E85CEB23}"/>
              </a:ext>
            </a:extLst>
          </p:cNvPr>
          <p:cNvSpPr>
            <a:spLocks noGrp="1"/>
          </p:cNvSpPr>
          <p:nvPr>
            <p:ph type="body" sz="quarter" idx="18"/>
          </p:nvPr>
        </p:nvSpPr>
        <p:spPr>
          <a:xfrm>
            <a:off x="381000" y="1533426"/>
            <a:ext cx="4953000" cy="752574"/>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2">
            <a:extLst>
              <a:ext uri="{FF2B5EF4-FFF2-40B4-BE49-F238E27FC236}">
                <a16:creationId xmlns:a16="http://schemas.microsoft.com/office/drawing/2014/main" id="{25591245-D276-1C46-1397-B1DB056BDD70}"/>
              </a:ext>
            </a:extLst>
          </p:cNvPr>
          <p:cNvSpPr>
            <a:spLocks noGrp="1"/>
          </p:cNvSpPr>
          <p:nvPr>
            <p:ph idx="1"/>
          </p:nvPr>
        </p:nvSpPr>
        <p:spPr>
          <a:xfrm>
            <a:off x="380998" y="3048000"/>
            <a:ext cx="2616385" cy="2667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379799A2-5B52-9698-F87E-1A5B564760DC}"/>
              </a:ext>
            </a:extLst>
          </p:cNvPr>
          <p:cNvSpPr>
            <a:spLocks noGrp="1"/>
          </p:cNvSpPr>
          <p:nvPr>
            <p:ph idx="19"/>
          </p:nvPr>
        </p:nvSpPr>
        <p:spPr>
          <a:xfrm>
            <a:off x="3321553" y="3048000"/>
            <a:ext cx="2616385" cy="2667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A12FD6DB-C93C-894A-7383-EC616246068C}"/>
              </a:ext>
            </a:extLst>
          </p:cNvPr>
          <p:cNvSpPr>
            <a:spLocks noGrp="1"/>
          </p:cNvSpPr>
          <p:nvPr>
            <p:ph idx="20"/>
          </p:nvPr>
        </p:nvSpPr>
        <p:spPr>
          <a:xfrm>
            <a:off x="6262108" y="3048000"/>
            <a:ext cx="2616385" cy="2667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2">
            <a:extLst>
              <a:ext uri="{FF2B5EF4-FFF2-40B4-BE49-F238E27FC236}">
                <a16:creationId xmlns:a16="http://schemas.microsoft.com/office/drawing/2014/main" id="{61CF8E28-47A2-C149-2D73-FC10F20AC412}"/>
              </a:ext>
            </a:extLst>
          </p:cNvPr>
          <p:cNvSpPr>
            <a:spLocks noGrp="1"/>
          </p:cNvSpPr>
          <p:nvPr>
            <p:ph idx="21"/>
          </p:nvPr>
        </p:nvSpPr>
        <p:spPr>
          <a:xfrm>
            <a:off x="9202664" y="3048000"/>
            <a:ext cx="2616385" cy="2667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719EB924-DCE5-43D4-3EF6-6FBCB46113E8}"/>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13">
            <a:extLst>
              <a:ext uri="{FF2B5EF4-FFF2-40B4-BE49-F238E27FC236}">
                <a16:creationId xmlns:a16="http://schemas.microsoft.com/office/drawing/2014/main" id="{C40F5579-EB36-6F00-5554-42883C2B3EEF}"/>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58116315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4 Column 02">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1000" y="771426"/>
            <a:ext cx="9144000" cy="381000"/>
          </a:xfrm>
        </p:spPr>
        <p:txBody>
          <a:bodyPr/>
          <a:lstStyle/>
          <a:p>
            <a:r>
              <a:rPr lang="en-US"/>
              <a:t>Click to edit Master title style</a:t>
            </a:r>
            <a:endParaRPr lang="en-GB"/>
          </a:p>
        </p:txBody>
      </p:sp>
      <p:sp>
        <p:nvSpPr>
          <p:cNvPr id="15" name="Text Placeholder 14">
            <a:extLst>
              <a:ext uri="{FF2B5EF4-FFF2-40B4-BE49-F238E27FC236}">
                <a16:creationId xmlns:a16="http://schemas.microsoft.com/office/drawing/2014/main" id="{CC427487-EAA7-84BA-3AD8-7CC6E85CEB23}"/>
              </a:ext>
            </a:extLst>
          </p:cNvPr>
          <p:cNvSpPr>
            <a:spLocks noGrp="1"/>
          </p:cNvSpPr>
          <p:nvPr>
            <p:ph type="body" sz="quarter" idx="18"/>
          </p:nvPr>
        </p:nvSpPr>
        <p:spPr>
          <a:xfrm>
            <a:off x="381000" y="1533426"/>
            <a:ext cx="4953000" cy="752574"/>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2">
            <a:extLst>
              <a:ext uri="{FF2B5EF4-FFF2-40B4-BE49-F238E27FC236}">
                <a16:creationId xmlns:a16="http://schemas.microsoft.com/office/drawing/2014/main" id="{25591245-D276-1C46-1397-B1DB056BDD70}"/>
              </a:ext>
            </a:extLst>
          </p:cNvPr>
          <p:cNvSpPr>
            <a:spLocks noGrp="1"/>
          </p:cNvSpPr>
          <p:nvPr>
            <p:ph idx="1"/>
          </p:nvPr>
        </p:nvSpPr>
        <p:spPr>
          <a:xfrm>
            <a:off x="380998" y="3048000"/>
            <a:ext cx="2667002" cy="2667000"/>
          </a:xfrm>
          <a:prstGeom prst="roundRect">
            <a:avLst>
              <a:gd name="adj" fmla="val 4128"/>
            </a:avLst>
          </a:prstGeom>
          <a:solidFill>
            <a:schemeClr val="bg2"/>
          </a:solidFill>
        </p:spPr>
        <p:txBody>
          <a:bodyPr lIns="180000" tIns="180000" rIns="180000" bIns="180000"/>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379799A2-5B52-9698-F87E-1A5B564760DC}"/>
              </a:ext>
            </a:extLst>
          </p:cNvPr>
          <p:cNvSpPr>
            <a:spLocks noGrp="1"/>
          </p:cNvSpPr>
          <p:nvPr>
            <p:ph idx="19"/>
          </p:nvPr>
        </p:nvSpPr>
        <p:spPr>
          <a:xfrm>
            <a:off x="3300727" y="3048000"/>
            <a:ext cx="2667002" cy="2667000"/>
          </a:xfrm>
          <a:prstGeom prst="roundRect">
            <a:avLst>
              <a:gd name="adj" fmla="val 4128"/>
            </a:avLst>
          </a:prstGeom>
          <a:solidFill>
            <a:schemeClr val="bg2"/>
          </a:solidFill>
        </p:spPr>
        <p:txBody>
          <a:bodyPr lIns="180000" tIns="180000" rIns="180000" bIns="180000"/>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A12FD6DB-C93C-894A-7383-EC616246068C}"/>
              </a:ext>
            </a:extLst>
          </p:cNvPr>
          <p:cNvSpPr>
            <a:spLocks noGrp="1"/>
          </p:cNvSpPr>
          <p:nvPr>
            <p:ph idx="20"/>
          </p:nvPr>
        </p:nvSpPr>
        <p:spPr>
          <a:xfrm>
            <a:off x="6220456" y="3048000"/>
            <a:ext cx="2667002" cy="2667000"/>
          </a:xfrm>
          <a:prstGeom prst="roundRect">
            <a:avLst>
              <a:gd name="adj" fmla="val 4128"/>
            </a:avLst>
          </a:prstGeom>
          <a:solidFill>
            <a:schemeClr val="bg2"/>
          </a:solidFill>
        </p:spPr>
        <p:txBody>
          <a:bodyPr lIns="180000" tIns="180000" rIns="180000" bIns="180000"/>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2">
            <a:extLst>
              <a:ext uri="{FF2B5EF4-FFF2-40B4-BE49-F238E27FC236}">
                <a16:creationId xmlns:a16="http://schemas.microsoft.com/office/drawing/2014/main" id="{61CF8E28-47A2-C149-2D73-FC10F20AC412}"/>
              </a:ext>
            </a:extLst>
          </p:cNvPr>
          <p:cNvSpPr>
            <a:spLocks noGrp="1"/>
          </p:cNvSpPr>
          <p:nvPr>
            <p:ph idx="21"/>
          </p:nvPr>
        </p:nvSpPr>
        <p:spPr>
          <a:xfrm>
            <a:off x="9140184" y="3048000"/>
            <a:ext cx="2667002" cy="2667000"/>
          </a:xfrm>
          <a:prstGeom prst="roundRect">
            <a:avLst>
              <a:gd name="adj" fmla="val 4128"/>
            </a:avLst>
          </a:prstGeom>
          <a:solidFill>
            <a:schemeClr val="bg2"/>
          </a:solidFill>
        </p:spPr>
        <p:txBody>
          <a:bodyPr lIns="180000" tIns="180000" rIns="180000" bIns="180000"/>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719EB924-DCE5-43D4-3EF6-6FBCB46113E8}"/>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13">
            <a:extLst>
              <a:ext uri="{FF2B5EF4-FFF2-40B4-BE49-F238E27FC236}">
                <a16:creationId xmlns:a16="http://schemas.microsoft.com/office/drawing/2014/main" id="{6809FB45-F95E-584E-632B-51B74FAA0755}"/>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55140633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4 Column 03">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1000" y="771426"/>
            <a:ext cx="9144000" cy="381000"/>
          </a:xfrm>
        </p:spPr>
        <p:txBody>
          <a:bodyPr/>
          <a:lstStyle>
            <a:lvl1pPr>
              <a:defRPr>
                <a:solidFill>
                  <a:schemeClr val="accent1"/>
                </a:solidFill>
              </a:defRPr>
            </a:lvl1pPr>
          </a:lstStyle>
          <a:p>
            <a:r>
              <a:rPr lang="en-US"/>
              <a:t>Click to edit Master title style</a:t>
            </a:r>
            <a:endParaRPr lang="en-GB"/>
          </a:p>
        </p:txBody>
      </p:sp>
      <p:sp>
        <p:nvSpPr>
          <p:cNvPr id="18" name="Content Placeholder 2">
            <a:extLst>
              <a:ext uri="{FF2B5EF4-FFF2-40B4-BE49-F238E27FC236}">
                <a16:creationId xmlns:a16="http://schemas.microsoft.com/office/drawing/2014/main" id="{25591245-D276-1C46-1397-B1DB056BDD70}"/>
              </a:ext>
            </a:extLst>
          </p:cNvPr>
          <p:cNvSpPr>
            <a:spLocks noGrp="1"/>
          </p:cNvSpPr>
          <p:nvPr>
            <p:ph idx="1"/>
          </p:nvPr>
        </p:nvSpPr>
        <p:spPr>
          <a:xfrm>
            <a:off x="380998" y="1905000"/>
            <a:ext cx="2717011" cy="3810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379799A2-5B52-9698-F87E-1A5B564760DC}"/>
              </a:ext>
            </a:extLst>
          </p:cNvPr>
          <p:cNvSpPr>
            <a:spLocks noGrp="1"/>
          </p:cNvSpPr>
          <p:nvPr>
            <p:ph idx="19"/>
          </p:nvPr>
        </p:nvSpPr>
        <p:spPr>
          <a:xfrm>
            <a:off x="3278009" y="1905000"/>
            <a:ext cx="2717011" cy="3810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A12FD6DB-C93C-894A-7383-EC616246068C}"/>
              </a:ext>
            </a:extLst>
          </p:cNvPr>
          <p:cNvSpPr>
            <a:spLocks noGrp="1"/>
          </p:cNvSpPr>
          <p:nvPr>
            <p:ph idx="20"/>
          </p:nvPr>
        </p:nvSpPr>
        <p:spPr>
          <a:xfrm>
            <a:off x="6175020" y="1905000"/>
            <a:ext cx="2717011" cy="3810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2">
            <a:extLst>
              <a:ext uri="{FF2B5EF4-FFF2-40B4-BE49-F238E27FC236}">
                <a16:creationId xmlns:a16="http://schemas.microsoft.com/office/drawing/2014/main" id="{61CF8E28-47A2-C149-2D73-FC10F20AC412}"/>
              </a:ext>
            </a:extLst>
          </p:cNvPr>
          <p:cNvSpPr>
            <a:spLocks noGrp="1"/>
          </p:cNvSpPr>
          <p:nvPr>
            <p:ph idx="21"/>
          </p:nvPr>
        </p:nvSpPr>
        <p:spPr>
          <a:xfrm>
            <a:off x="9072032" y="1905000"/>
            <a:ext cx="2717011" cy="3810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63D20F2B-EAB9-0247-1C87-002342716039}"/>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13">
            <a:extLst>
              <a:ext uri="{FF2B5EF4-FFF2-40B4-BE49-F238E27FC236}">
                <a16:creationId xmlns:a16="http://schemas.microsoft.com/office/drawing/2014/main" id="{6DC941DE-4D91-FAB3-95E1-423071C975D1}"/>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57986679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5 Column 01">
    <p:bg>
      <p:bgPr>
        <a:solidFill>
          <a:schemeClr val="bg1"/>
        </a:solidFill>
        <a:effectLst/>
      </p:bgPr>
    </p:bg>
    <p:spTree>
      <p:nvGrpSpPr>
        <p:cNvPr id="1" name=""/>
        <p:cNvGrpSpPr/>
        <p:nvPr/>
      </p:nvGrpSpPr>
      <p:grpSpPr>
        <a:xfrm>
          <a:off x="0" y="0"/>
          <a:ext cx="0" cy="0"/>
          <a:chOff x="0" y="0"/>
          <a:chExt cx="0" cy="0"/>
        </a:xfrm>
      </p:grpSpPr>
      <p:sp>
        <p:nvSpPr>
          <p:cNvPr id="18" name="Text Placeholder 12">
            <a:extLst>
              <a:ext uri="{FF2B5EF4-FFF2-40B4-BE49-F238E27FC236}">
                <a16:creationId xmlns:a16="http://schemas.microsoft.com/office/drawing/2014/main" id="{6035E04F-7C8F-D46B-D9F3-A8DF65B72516}"/>
              </a:ext>
            </a:extLst>
          </p:cNvPr>
          <p:cNvSpPr>
            <a:spLocks noGrp="1"/>
          </p:cNvSpPr>
          <p:nvPr>
            <p:ph type="body" sz="quarter" idx="18"/>
          </p:nvPr>
        </p:nvSpPr>
        <p:spPr>
          <a:xfrm>
            <a:off x="386475" y="2295685"/>
            <a:ext cx="2054505" cy="38227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68A29FA-873A-3313-0ED3-B59883133CA4}"/>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
        <p:nvSpPr>
          <p:cNvPr id="5" name="Text Placeholder 12">
            <a:extLst>
              <a:ext uri="{FF2B5EF4-FFF2-40B4-BE49-F238E27FC236}">
                <a16:creationId xmlns:a16="http://schemas.microsoft.com/office/drawing/2014/main" id="{DC65DFA9-505B-8948-FD79-CE8D92E6964A}"/>
              </a:ext>
            </a:extLst>
          </p:cNvPr>
          <p:cNvSpPr>
            <a:spLocks noGrp="1"/>
          </p:cNvSpPr>
          <p:nvPr>
            <p:ph type="body" sz="quarter" idx="21"/>
          </p:nvPr>
        </p:nvSpPr>
        <p:spPr>
          <a:xfrm>
            <a:off x="2728980" y="2295685"/>
            <a:ext cx="2054505" cy="38227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12">
            <a:extLst>
              <a:ext uri="{FF2B5EF4-FFF2-40B4-BE49-F238E27FC236}">
                <a16:creationId xmlns:a16="http://schemas.microsoft.com/office/drawing/2014/main" id="{B6919240-E113-7CEE-91F4-0923947A7A06}"/>
              </a:ext>
            </a:extLst>
          </p:cNvPr>
          <p:cNvSpPr>
            <a:spLocks noGrp="1"/>
          </p:cNvSpPr>
          <p:nvPr>
            <p:ph type="body" sz="quarter" idx="22"/>
          </p:nvPr>
        </p:nvSpPr>
        <p:spPr>
          <a:xfrm>
            <a:off x="5071485" y="2295685"/>
            <a:ext cx="2054505" cy="38227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12">
            <a:extLst>
              <a:ext uri="{FF2B5EF4-FFF2-40B4-BE49-F238E27FC236}">
                <a16:creationId xmlns:a16="http://schemas.microsoft.com/office/drawing/2014/main" id="{0BF0FBC4-6CE8-AF6A-D4F5-BAA3DBD97649}"/>
              </a:ext>
            </a:extLst>
          </p:cNvPr>
          <p:cNvSpPr>
            <a:spLocks noGrp="1"/>
          </p:cNvSpPr>
          <p:nvPr>
            <p:ph type="body" sz="quarter" idx="23"/>
          </p:nvPr>
        </p:nvSpPr>
        <p:spPr>
          <a:xfrm>
            <a:off x="7413991" y="2295685"/>
            <a:ext cx="2054505" cy="38227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12">
            <a:extLst>
              <a:ext uri="{FF2B5EF4-FFF2-40B4-BE49-F238E27FC236}">
                <a16:creationId xmlns:a16="http://schemas.microsoft.com/office/drawing/2014/main" id="{470BB064-BCB1-5D26-36FE-BC987FB9F8F9}"/>
              </a:ext>
            </a:extLst>
          </p:cNvPr>
          <p:cNvSpPr>
            <a:spLocks noGrp="1"/>
          </p:cNvSpPr>
          <p:nvPr>
            <p:ph type="body" sz="quarter" idx="24"/>
          </p:nvPr>
        </p:nvSpPr>
        <p:spPr>
          <a:xfrm>
            <a:off x="9756496" y="2295685"/>
            <a:ext cx="2054505" cy="38227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5">
            <a:extLst>
              <a:ext uri="{FF2B5EF4-FFF2-40B4-BE49-F238E27FC236}">
                <a16:creationId xmlns:a16="http://schemas.microsoft.com/office/drawing/2014/main" id="{8CF9D00A-B40C-C6D3-0476-5E7B2A2208F2}"/>
              </a:ext>
            </a:extLst>
          </p:cNvPr>
          <p:cNvSpPr>
            <a:spLocks noGrp="1"/>
          </p:cNvSpPr>
          <p:nvPr>
            <p:ph type="body" sz="quarter" idx="19"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2">
            <a:extLst>
              <a:ext uri="{FF2B5EF4-FFF2-40B4-BE49-F238E27FC236}">
                <a16:creationId xmlns:a16="http://schemas.microsoft.com/office/drawing/2014/main" id="{9371BF68-743A-0E64-80C2-40FAD1212681}"/>
              </a:ext>
            </a:extLst>
          </p:cNvPr>
          <p:cNvSpPr>
            <a:spLocks noGrp="1"/>
          </p:cNvSpPr>
          <p:nvPr>
            <p:ph idx="16" hasCustomPrompt="1"/>
          </p:nvPr>
        </p:nvSpPr>
        <p:spPr>
          <a:xfrm>
            <a:off x="381000" y="372258"/>
            <a:ext cx="3047999" cy="381000"/>
          </a:xfrm>
          <a:noFill/>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3" name="Slide Number Placeholder 13">
            <a:extLst>
              <a:ext uri="{FF2B5EF4-FFF2-40B4-BE49-F238E27FC236}">
                <a16:creationId xmlns:a16="http://schemas.microsoft.com/office/drawing/2014/main" id="{73C38C0C-118C-FCE5-9825-C9153F5A71A6}"/>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32380289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py + 4 Text Boxes">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1000" y="771426"/>
            <a:ext cx="3047999" cy="381000"/>
          </a:xfrm>
        </p:spPr>
        <p:txBody>
          <a:bodyPr/>
          <a:lstStyle/>
          <a:p>
            <a:r>
              <a:rPr lang="en-US"/>
              <a:t>Click to edit Master title style</a:t>
            </a:r>
            <a:endParaRPr lang="en-GB"/>
          </a:p>
        </p:txBody>
      </p:sp>
      <p:sp>
        <p:nvSpPr>
          <p:cNvPr id="18" name="Content Placeholder 2">
            <a:extLst>
              <a:ext uri="{FF2B5EF4-FFF2-40B4-BE49-F238E27FC236}">
                <a16:creationId xmlns:a16="http://schemas.microsoft.com/office/drawing/2014/main" id="{25591245-D276-1C46-1397-B1DB056BDD70}"/>
              </a:ext>
            </a:extLst>
          </p:cNvPr>
          <p:cNvSpPr>
            <a:spLocks noGrp="1"/>
          </p:cNvSpPr>
          <p:nvPr>
            <p:ph idx="1"/>
          </p:nvPr>
        </p:nvSpPr>
        <p:spPr>
          <a:xfrm>
            <a:off x="380998" y="2667000"/>
            <a:ext cx="2717011" cy="3048000"/>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379799A2-5B52-9698-F87E-1A5B564760DC}"/>
              </a:ext>
            </a:extLst>
          </p:cNvPr>
          <p:cNvSpPr>
            <a:spLocks noGrp="1"/>
          </p:cNvSpPr>
          <p:nvPr>
            <p:ph idx="19"/>
          </p:nvPr>
        </p:nvSpPr>
        <p:spPr>
          <a:xfrm>
            <a:off x="3810001" y="372257"/>
            <a:ext cx="2667000" cy="2675741"/>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A12FD6DB-C93C-894A-7383-EC616246068C}"/>
              </a:ext>
            </a:extLst>
          </p:cNvPr>
          <p:cNvSpPr>
            <a:spLocks noGrp="1"/>
          </p:cNvSpPr>
          <p:nvPr>
            <p:ph idx="20"/>
          </p:nvPr>
        </p:nvSpPr>
        <p:spPr>
          <a:xfrm>
            <a:off x="6858000" y="372258"/>
            <a:ext cx="2667000" cy="2675742"/>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2">
            <a:extLst>
              <a:ext uri="{FF2B5EF4-FFF2-40B4-BE49-F238E27FC236}">
                <a16:creationId xmlns:a16="http://schemas.microsoft.com/office/drawing/2014/main" id="{61CF8E28-47A2-C149-2D73-FC10F20AC412}"/>
              </a:ext>
            </a:extLst>
          </p:cNvPr>
          <p:cNvSpPr>
            <a:spLocks noGrp="1"/>
          </p:cNvSpPr>
          <p:nvPr>
            <p:ph idx="21"/>
          </p:nvPr>
        </p:nvSpPr>
        <p:spPr>
          <a:xfrm>
            <a:off x="6858000" y="3270142"/>
            <a:ext cx="2667000" cy="2444858"/>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2">
            <a:extLst>
              <a:ext uri="{FF2B5EF4-FFF2-40B4-BE49-F238E27FC236}">
                <a16:creationId xmlns:a16="http://schemas.microsoft.com/office/drawing/2014/main" id="{AB1E7E19-388D-D748-1584-F4902B17DD98}"/>
              </a:ext>
            </a:extLst>
          </p:cNvPr>
          <p:cNvSpPr>
            <a:spLocks noGrp="1"/>
          </p:cNvSpPr>
          <p:nvPr>
            <p:ph idx="22"/>
          </p:nvPr>
        </p:nvSpPr>
        <p:spPr>
          <a:xfrm>
            <a:off x="3810000" y="3270142"/>
            <a:ext cx="2667000" cy="2444858"/>
          </a:xfrm>
        </p:spPr>
        <p:txBody>
          <a:bodyPr/>
          <a:lstStyle>
            <a:lvl1pPr>
              <a:buClr>
                <a:schemeClr val="accent1"/>
              </a:buClr>
              <a:defRPr sz="1200"/>
            </a:lvl1pPr>
            <a:lvl2pPr>
              <a:buClr>
                <a:schemeClr val="accent1"/>
              </a:buClr>
              <a:defRPr sz="1200"/>
            </a:lvl2pPr>
            <a:lvl3pPr>
              <a:buClr>
                <a:schemeClr val="accent1"/>
              </a:buClr>
              <a:defRPr sz="1400"/>
            </a:lvl3pPr>
            <a:lvl4pPr>
              <a:buClr>
                <a:schemeClr val="accent1"/>
              </a:buClr>
              <a:defRPr sz="1100"/>
            </a:lvl4pPr>
            <a:lvl5pPr>
              <a:buClr>
                <a:schemeClr val="accent1"/>
              </a:buClr>
              <a:defRPr sz="1050"/>
            </a:lvl5pPr>
            <a:lvl6pPr>
              <a:buClr>
                <a:schemeClr val="accent1"/>
              </a:buClr>
              <a:defRPr sz="1050"/>
            </a:lvl6pPr>
            <a:lvl7pPr>
              <a:buClr>
                <a:schemeClr val="accent1"/>
              </a:buClr>
              <a:defRPr sz="900"/>
            </a:lvl7pPr>
            <a:lvl8pPr>
              <a:buClr>
                <a:schemeClr val="accent1"/>
              </a:buClr>
              <a:defRPr sz="900">
                <a:solidFill>
                  <a:schemeClr val="tx1"/>
                </a:solidFill>
              </a:defRPr>
            </a:lvl8pPr>
            <a:lvl9pPr marL="0" indent="0">
              <a:buClr>
                <a:schemeClr val="accent1"/>
              </a:buCl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5">
            <a:extLst>
              <a:ext uri="{FF2B5EF4-FFF2-40B4-BE49-F238E27FC236}">
                <a16:creationId xmlns:a16="http://schemas.microsoft.com/office/drawing/2014/main" id="{FBCC5DE6-267E-8E7D-34C0-A29A3141E668}"/>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13">
            <a:extLst>
              <a:ext uri="{FF2B5EF4-FFF2-40B4-BE49-F238E27FC236}">
                <a16:creationId xmlns:a16="http://schemas.microsoft.com/office/drawing/2014/main" id="{FCDECE8F-E8CA-2408-1256-FC5BD5FED39F}"/>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93851751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1 Column Colour">
    <p:bg>
      <p:bgPr>
        <a:solidFill>
          <a:schemeClr val="accent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bg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1000" y="771426"/>
            <a:ext cx="3429000" cy="381000"/>
          </a:xfrm>
        </p:spPr>
        <p:txBody>
          <a:bodyPr/>
          <a:lstStyle>
            <a:lvl1pPr>
              <a:defRPr>
                <a:solidFill>
                  <a:schemeClr val="bg1"/>
                </a:solidFill>
              </a:defRPr>
            </a:lvl1pPr>
          </a:lstStyle>
          <a:p>
            <a:r>
              <a:rPr lang="en-US"/>
              <a:t>Click to edit Master title style</a:t>
            </a:r>
            <a:endParaRPr lang="en-GB"/>
          </a:p>
        </p:txBody>
      </p:sp>
      <p:sp>
        <p:nvSpPr>
          <p:cNvPr id="15" name="Text Placeholder 14">
            <a:extLst>
              <a:ext uri="{FF2B5EF4-FFF2-40B4-BE49-F238E27FC236}">
                <a16:creationId xmlns:a16="http://schemas.microsoft.com/office/drawing/2014/main" id="{CC427487-EAA7-84BA-3AD8-7CC6E85CEB23}"/>
              </a:ext>
            </a:extLst>
          </p:cNvPr>
          <p:cNvSpPr>
            <a:spLocks noGrp="1"/>
          </p:cNvSpPr>
          <p:nvPr>
            <p:ph type="body" sz="quarter" idx="18"/>
          </p:nvPr>
        </p:nvSpPr>
        <p:spPr>
          <a:xfrm>
            <a:off x="381000" y="2615134"/>
            <a:ext cx="3047999" cy="95692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2">
            <a:extLst>
              <a:ext uri="{FF2B5EF4-FFF2-40B4-BE49-F238E27FC236}">
                <a16:creationId xmlns:a16="http://schemas.microsoft.com/office/drawing/2014/main" id="{EFBED919-26D5-AF57-46FC-1A7F07D88AC7}"/>
              </a:ext>
            </a:extLst>
          </p:cNvPr>
          <p:cNvSpPr>
            <a:spLocks noGrp="1"/>
          </p:cNvSpPr>
          <p:nvPr>
            <p:ph idx="19"/>
          </p:nvPr>
        </p:nvSpPr>
        <p:spPr>
          <a:xfrm>
            <a:off x="6477000" y="771426"/>
            <a:ext cx="4953000" cy="4961742"/>
          </a:xfrm>
        </p:spPr>
        <p:txBody>
          <a:bodyPr/>
          <a:lstStyle>
            <a:lvl1pPr>
              <a:buClr>
                <a:schemeClr val="bg1"/>
              </a:buClr>
              <a:defRPr sz="1200">
                <a:solidFill>
                  <a:schemeClr val="bg1"/>
                </a:solidFill>
              </a:defRPr>
            </a:lvl1pPr>
            <a:lvl2pPr>
              <a:buClr>
                <a:schemeClr val="bg1"/>
              </a:buClr>
              <a:defRPr sz="1200">
                <a:solidFill>
                  <a:schemeClr val="bg1"/>
                </a:solidFill>
              </a:defRPr>
            </a:lvl2pPr>
            <a:lvl3pPr>
              <a:defRPr>
                <a:solidFill>
                  <a:schemeClr val="bg1"/>
                </a:solidFill>
              </a:defRPr>
            </a:lvl3pPr>
            <a:lvl4pPr>
              <a:buClr>
                <a:schemeClr val="bg1"/>
              </a:buClr>
              <a:defRPr sz="1050">
                <a:solidFill>
                  <a:schemeClr val="bg1"/>
                </a:solidFill>
              </a:defRPr>
            </a:lvl4pPr>
            <a:lvl5pPr>
              <a:buClr>
                <a:schemeClr val="bg1"/>
              </a:buClr>
              <a:defRPr sz="1050">
                <a:solidFill>
                  <a:schemeClr val="bg1"/>
                </a:solidFill>
              </a:defRPr>
            </a:lvl5pPr>
            <a:lvl6pPr>
              <a:defRPr sz="1000">
                <a:solidFill>
                  <a:schemeClr val="bg1"/>
                </a:solidFill>
              </a:defRPr>
            </a:lvl6pPr>
            <a:lvl7pPr>
              <a:spcBef>
                <a:spcPts val="0"/>
              </a:spcBef>
              <a:spcAft>
                <a:spcPts val="600"/>
              </a:spcAft>
              <a:defRPr sz="900">
                <a:solidFill>
                  <a:schemeClr val="bg1"/>
                </a:solidFill>
              </a:defRPr>
            </a:lvl7pPr>
            <a:lvl8pPr>
              <a:buClr>
                <a:schemeClr val="bg1"/>
              </a:buClr>
              <a:defRPr sz="900">
                <a:solidFill>
                  <a:schemeClr val="bg1"/>
                </a:solidFill>
              </a:defRPr>
            </a:lvl8pPr>
            <a:lvl9pPr marL="0" indent="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extBox 2">
            <a:extLst>
              <a:ext uri="{FF2B5EF4-FFF2-40B4-BE49-F238E27FC236}">
                <a16:creationId xmlns:a16="http://schemas.microsoft.com/office/drawing/2014/main" id="{B484B6BE-8B34-3F86-685E-BDB9F02ABEAB}"/>
              </a:ext>
            </a:extLst>
          </p:cNvPr>
          <p:cNvSpPr txBox="1"/>
          <p:nvPr>
            <p:extLst>
              <p:ext uri="{1162E1C5-73C7-4A58-AE30-91384D911F3F}">
                <p184:classification xmlns:p184="http://schemas.microsoft.com/office/powerpoint/2018/4/main" val="ftr"/>
              </p:ext>
            </p:extLst>
          </p:nvPr>
        </p:nvSpPr>
        <p:spPr>
          <a:xfrm>
            <a:off x="10110788" y="6577840"/>
            <a:ext cx="1700213" cy="107722"/>
          </a:xfrm>
          <a:prstGeom prst="rect">
            <a:avLst/>
          </a:prstGeom>
          <a:noFill/>
        </p:spPr>
        <p:txBody>
          <a:bodyPr horzOverflow="overflow" lIns="0" tIns="0" rIns="0" bIns="0">
            <a:spAutoFit/>
          </a:bodyPr>
          <a:lstStyle/>
          <a:p>
            <a:pPr algn="r"/>
            <a:r>
              <a:rPr lang="en-GB" sz="700">
                <a:solidFill>
                  <a:schemeClr val="bg1"/>
                </a:solidFill>
                <a:latin typeface="+mj-lt"/>
                <a:cs typeface="Inter" panose="02000503000000020004" pitchFamily="2" charset="0"/>
              </a:rPr>
              <a:t>Information Classification: GENERAL</a:t>
            </a:r>
          </a:p>
        </p:txBody>
      </p:sp>
      <p:sp>
        <p:nvSpPr>
          <p:cNvPr id="14" name="Text Placeholder 5">
            <a:extLst>
              <a:ext uri="{FF2B5EF4-FFF2-40B4-BE49-F238E27FC236}">
                <a16:creationId xmlns:a16="http://schemas.microsoft.com/office/drawing/2014/main" id="{B562CE27-7792-EBF9-277E-EB65B188F2D2}"/>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None/>
              <a:defRPr sz="600" b="1">
                <a:solidFill>
                  <a:schemeClr val="bg1"/>
                </a:solidFill>
                <a:latin typeface="+mj-lt"/>
              </a:defRPr>
            </a:lvl1pPr>
            <a:lvl2pPr>
              <a:lnSpc>
                <a:spcPct val="100000"/>
              </a:lnSpc>
              <a:spcBef>
                <a:spcPts val="200"/>
              </a:spcBef>
              <a:spcAft>
                <a:spcPts val="0"/>
              </a:spcAft>
              <a:defRPr sz="600">
                <a:solidFill>
                  <a:schemeClr val="bg1"/>
                </a:solidFill>
                <a:latin typeface="+mj-lt"/>
              </a:defRPr>
            </a:lvl2pPr>
            <a:lvl3pPr>
              <a:lnSpc>
                <a:spcPct val="100000"/>
              </a:lnSpc>
              <a:spcBef>
                <a:spcPts val="200"/>
              </a:spcBef>
              <a:spcAft>
                <a:spcPts val="0"/>
              </a:spcAft>
              <a:defRPr sz="600">
                <a:solidFill>
                  <a:schemeClr val="bg1"/>
                </a:solidFill>
              </a:defRPr>
            </a:lvl3pPr>
            <a:lvl4pPr marL="90488" indent="-90488">
              <a:lnSpc>
                <a:spcPct val="100000"/>
              </a:lnSpc>
              <a:spcBef>
                <a:spcPts val="200"/>
              </a:spcBef>
              <a:spcAft>
                <a:spcPts val="0"/>
              </a:spcAft>
              <a:buClr>
                <a:schemeClr val="bg1"/>
              </a:buClr>
              <a:defRPr sz="600">
                <a:solidFill>
                  <a:schemeClr val="bg1"/>
                </a:solidFill>
              </a:defRPr>
            </a:lvl4pPr>
            <a:lvl5pPr marL="90488" indent="-90488">
              <a:lnSpc>
                <a:spcPct val="100000"/>
              </a:lnSpc>
              <a:spcBef>
                <a:spcPts val="0"/>
              </a:spcBef>
              <a:spcAft>
                <a:spcPts val="0"/>
              </a:spcAft>
              <a:buClr>
                <a:schemeClr val="bg1"/>
              </a:buClr>
              <a:buFont typeface="+mj-lt"/>
              <a:buAutoNum type="arabicPeriod"/>
              <a:defRPr sz="600">
                <a:solidFill>
                  <a:schemeClr val="bg1"/>
                </a:solidFill>
              </a:defRPr>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6" name="Graphic 11">
            <a:extLst>
              <a:ext uri="{FF2B5EF4-FFF2-40B4-BE49-F238E27FC236}">
                <a16:creationId xmlns:a16="http://schemas.microsoft.com/office/drawing/2014/main" id="{75E086C4-A583-BC91-72FE-88E134104D7B}"/>
              </a:ext>
            </a:extLst>
          </p:cNvPr>
          <p:cNvGrpSpPr>
            <a:grpSpLocks noChangeAspect="1"/>
          </p:cNvGrpSpPr>
          <p:nvPr/>
        </p:nvGrpSpPr>
        <p:grpSpPr>
          <a:xfrm>
            <a:off x="383118" y="6532927"/>
            <a:ext cx="759882" cy="202731"/>
            <a:chOff x="5925389" y="-67473"/>
            <a:chExt cx="1453278" cy="387715"/>
          </a:xfrm>
          <a:solidFill>
            <a:schemeClr val="bg1"/>
          </a:solidFill>
        </p:grpSpPr>
        <p:sp>
          <p:nvSpPr>
            <p:cNvPr id="17" name="Freeform 8">
              <a:extLst>
                <a:ext uri="{FF2B5EF4-FFF2-40B4-BE49-F238E27FC236}">
                  <a16:creationId xmlns:a16="http://schemas.microsoft.com/office/drawing/2014/main" id="{BB1D648A-6B69-BF39-0C02-364A044B2079}"/>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sz="2400"/>
            </a:p>
          </p:txBody>
        </p:sp>
        <p:sp>
          <p:nvSpPr>
            <p:cNvPr id="18" name="Freeform 9">
              <a:extLst>
                <a:ext uri="{FF2B5EF4-FFF2-40B4-BE49-F238E27FC236}">
                  <a16:creationId xmlns:a16="http://schemas.microsoft.com/office/drawing/2014/main" id="{4495270D-DCD8-74B8-ABE5-2C3DABE07C5A}"/>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sz="2400"/>
            </a:p>
          </p:txBody>
        </p:sp>
        <p:sp>
          <p:nvSpPr>
            <p:cNvPr id="19" name="Freeform 10">
              <a:extLst>
                <a:ext uri="{FF2B5EF4-FFF2-40B4-BE49-F238E27FC236}">
                  <a16:creationId xmlns:a16="http://schemas.microsoft.com/office/drawing/2014/main" id="{5C00A4F9-D304-0155-99D0-DE2713BEA2EF}"/>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sz="2400"/>
            </a:p>
          </p:txBody>
        </p:sp>
        <p:sp>
          <p:nvSpPr>
            <p:cNvPr id="20" name="Freeform 11">
              <a:extLst>
                <a:ext uri="{FF2B5EF4-FFF2-40B4-BE49-F238E27FC236}">
                  <a16:creationId xmlns:a16="http://schemas.microsoft.com/office/drawing/2014/main" id="{F73BE86C-403F-61E4-D6F7-63A7422236E4}"/>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sz="2400"/>
            </a:p>
          </p:txBody>
        </p:sp>
        <p:sp>
          <p:nvSpPr>
            <p:cNvPr id="21" name="Freeform 12">
              <a:extLst>
                <a:ext uri="{FF2B5EF4-FFF2-40B4-BE49-F238E27FC236}">
                  <a16:creationId xmlns:a16="http://schemas.microsoft.com/office/drawing/2014/main" id="{45521EDF-A25D-9224-8AD8-E84FBF58C9FA}"/>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sz="2400"/>
            </a:p>
          </p:txBody>
        </p:sp>
      </p:grpSp>
      <p:sp>
        <p:nvSpPr>
          <p:cNvPr id="6" name="Slide Number Placeholder 13">
            <a:extLst>
              <a:ext uri="{FF2B5EF4-FFF2-40B4-BE49-F238E27FC236}">
                <a16:creationId xmlns:a16="http://schemas.microsoft.com/office/drawing/2014/main" id="{518FFE26-1CD4-12AC-35C1-6BF5B8F9AA42}"/>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bg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421645258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itle 1 Column Colour">
    <p:bg>
      <p:bgPr>
        <a:solidFill>
          <a:schemeClr val="accent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bg2"/>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1000" y="771426"/>
            <a:ext cx="3429000" cy="381000"/>
          </a:xfrm>
        </p:spPr>
        <p:txBody>
          <a:bodyPr/>
          <a:lstStyle>
            <a:lvl1pPr>
              <a:defRPr>
                <a:solidFill>
                  <a:schemeClr val="bg1"/>
                </a:solidFill>
              </a:defRPr>
            </a:lvl1pPr>
          </a:lstStyle>
          <a:p>
            <a:r>
              <a:rPr lang="en-US"/>
              <a:t>Click to edit Master title style</a:t>
            </a:r>
            <a:endParaRPr lang="en-GB"/>
          </a:p>
        </p:txBody>
      </p:sp>
      <p:sp>
        <p:nvSpPr>
          <p:cNvPr id="15" name="Text Placeholder 14">
            <a:extLst>
              <a:ext uri="{FF2B5EF4-FFF2-40B4-BE49-F238E27FC236}">
                <a16:creationId xmlns:a16="http://schemas.microsoft.com/office/drawing/2014/main" id="{CC427487-EAA7-84BA-3AD8-7CC6E85CEB23}"/>
              </a:ext>
            </a:extLst>
          </p:cNvPr>
          <p:cNvSpPr>
            <a:spLocks noGrp="1"/>
          </p:cNvSpPr>
          <p:nvPr>
            <p:ph type="body" sz="quarter" idx="18"/>
          </p:nvPr>
        </p:nvSpPr>
        <p:spPr>
          <a:xfrm>
            <a:off x="381000" y="2615134"/>
            <a:ext cx="3047999" cy="95692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extBox 2">
            <a:extLst>
              <a:ext uri="{FF2B5EF4-FFF2-40B4-BE49-F238E27FC236}">
                <a16:creationId xmlns:a16="http://schemas.microsoft.com/office/drawing/2014/main" id="{B484B6BE-8B34-3F86-685E-BDB9F02ABEAB}"/>
              </a:ext>
            </a:extLst>
          </p:cNvPr>
          <p:cNvSpPr txBox="1"/>
          <p:nvPr>
            <p:extLst>
              <p:ext uri="{1162E1C5-73C7-4A58-AE30-91384D911F3F}">
                <p184:classification xmlns:p184="http://schemas.microsoft.com/office/powerpoint/2018/4/main" val="ftr"/>
              </p:ext>
            </p:extLst>
          </p:nvPr>
        </p:nvSpPr>
        <p:spPr>
          <a:xfrm>
            <a:off x="10110788" y="6577840"/>
            <a:ext cx="1700213" cy="107722"/>
          </a:xfrm>
          <a:prstGeom prst="rect">
            <a:avLst/>
          </a:prstGeom>
          <a:noFill/>
        </p:spPr>
        <p:txBody>
          <a:bodyPr horzOverflow="overflow" lIns="0" tIns="0" rIns="0" bIns="0">
            <a:spAutoFit/>
          </a:bodyPr>
          <a:lstStyle/>
          <a:p>
            <a:pPr algn="r"/>
            <a:r>
              <a:rPr lang="en-GB" sz="700">
                <a:solidFill>
                  <a:schemeClr val="bg1"/>
                </a:solidFill>
                <a:latin typeface="+mj-lt"/>
                <a:cs typeface="Inter" panose="02000503000000020004" pitchFamily="2" charset="0"/>
              </a:rPr>
              <a:t>Information Classification: GENERAL</a:t>
            </a:r>
          </a:p>
        </p:txBody>
      </p:sp>
      <p:sp>
        <p:nvSpPr>
          <p:cNvPr id="14" name="Text Placeholder 5">
            <a:extLst>
              <a:ext uri="{FF2B5EF4-FFF2-40B4-BE49-F238E27FC236}">
                <a16:creationId xmlns:a16="http://schemas.microsoft.com/office/drawing/2014/main" id="{B562CE27-7792-EBF9-277E-EB65B188F2D2}"/>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None/>
              <a:defRPr sz="600" b="1">
                <a:solidFill>
                  <a:schemeClr val="bg1"/>
                </a:solidFill>
                <a:latin typeface="+mj-lt"/>
              </a:defRPr>
            </a:lvl1pPr>
            <a:lvl2pPr>
              <a:lnSpc>
                <a:spcPct val="100000"/>
              </a:lnSpc>
              <a:spcBef>
                <a:spcPts val="200"/>
              </a:spcBef>
              <a:spcAft>
                <a:spcPts val="0"/>
              </a:spcAft>
              <a:defRPr sz="600">
                <a:solidFill>
                  <a:schemeClr val="bg1"/>
                </a:solidFill>
                <a:latin typeface="+mj-lt"/>
              </a:defRPr>
            </a:lvl2pPr>
            <a:lvl3pPr>
              <a:lnSpc>
                <a:spcPct val="100000"/>
              </a:lnSpc>
              <a:spcBef>
                <a:spcPts val="200"/>
              </a:spcBef>
              <a:spcAft>
                <a:spcPts val="0"/>
              </a:spcAft>
              <a:defRPr sz="600">
                <a:solidFill>
                  <a:schemeClr val="bg1"/>
                </a:solidFill>
              </a:defRPr>
            </a:lvl3pPr>
            <a:lvl4pPr marL="90488" indent="-90488">
              <a:lnSpc>
                <a:spcPct val="100000"/>
              </a:lnSpc>
              <a:spcBef>
                <a:spcPts val="200"/>
              </a:spcBef>
              <a:spcAft>
                <a:spcPts val="0"/>
              </a:spcAft>
              <a:buClr>
                <a:schemeClr val="bg1"/>
              </a:buClr>
              <a:defRPr sz="600">
                <a:solidFill>
                  <a:schemeClr val="bg1"/>
                </a:solidFill>
              </a:defRPr>
            </a:lvl4pPr>
            <a:lvl5pPr marL="90488" indent="-90488">
              <a:lnSpc>
                <a:spcPct val="100000"/>
              </a:lnSpc>
              <a:spcBef>
                <a:spcPts val="0"/>
              </a:spcBef>
              <a:spcAft>
                <a:spcPts val="0"/>
              </a:spcAft>
              <a:buClr>
                <a:schemeClr val="bg1"/>
              </a:buClr>
              <a:buFont typeface="+mj-lt"/>
              <a:buAutoNum type="arabicPeriod"/>
              <a:defRPr sz="600">
                <a:solidFill>
                  <a:schemeClr val="bg1"/>
                </a:solidFill>
              </a:defRPr>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6" name="Graphic 11">
            <a:extLst>
              <a:ext uri="{FF2B5EF4-FFF2-40B4-BE49-F238E27FC236}">
                <a16:creationId xmlns:a16="http://schemas.microsoft.com/office/drawing/2014/main" id="{75E086C4-A583-BC91-72FE-88E134104D7B}"/>
              </a:ext>
            </a:extLst>
          </p:cNvPr>
          <p:cNvGrpSpPr>
            <a:grpSpLocks noChangeAspect="1"/>
          </p:cNvGrpSpPr>
          <p:nvPr/>
        </p:nvGrpSpPr>
        <p:grpSpPr>
          <a:xfrm>
            <a:off x="383118" y="6532927"/>
            <a:ext cx="759882" cy="202731"/>
            <a:chOff x="5925389" y="-67473"/>
            <a:chExt cx="1453278" cy="387715"/>
          </a:xfrm>
          <a:solidFill>
            <a:schemeClr val="bg1"/>
          </a:solidFill>
        </p:grpSpPr>
        <p:sp>
          <p:nvSpPr>
            <p:cNvPr id="17" name="Freeform 8">
              <a:extLst>
                <a:ext uri="{FF2B5EF4-FFF2-40B4-BE49-F238E27FC236}">
                  <a16:creationId xmlns:a16="http://schemas.microsoft.com/office/drawing/2014/main" id="{BB1D648A-6B69-BF39-0C02-364A044B2079}"/>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sz="2400"/>
            </a:p>
          </p:txBody>
        </p:sp>
        <p:sp>
          <p:nvSpPr>
            <p:cNvPr id="18" name="Freeform 9">
              <a:extLst>
                <a:ext uri="{FF2B5EF4-FFF2-40B4-BE49-F238E27FC236}">
                  <a16:creationId xmlns:a16="http://schemas.microsoft.com/office/drawing/2014/main" id="{4495270D-DCD8-74B8-ABE5-2C3DABE07C5A}"/>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sz="2400"/>
            </a:p>
          </p:txBody>
        </p:sp>
        <p:sp>
          <p:nvSpPr>
            <p:cNvPr id="19" name="Freeform 10">
              <a:extLst>
                <a:ext uri="{FF2B5EF4-FFF2-40B4-BE49-F238E27FC236}">
                  <a16:creationId xmlns:a16="http://schemas.microsoft.com/office/drawing/2014/main" id="{5C00A4F9-D304-0155-99D0-DE2713BEA2EF}"/>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sz="2400"/>
            </a:p>
          </p:txBody>
        </p:sp>
        <p:sp>
          <p:nvSpPr>
            <p:cNvPr id="20" name="Freeform 11">
              <a:extLst>
                <a:ext uri="{FF2B5EF4-FFF2-40B4-BE49-F238E27FC236}">
                  <a16:creationId xmlns:a16="http://schemas.microsoft.com/office/drawing/2014/main" id="{F73BE86C-403F-61E4-D6F7-63A7422236E4}"/>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sz="2400"/>
            </a:p>
          </p:txBody>
        </p:sp>
        <p:sp>
          <p:nvSpPr>
            <p:cNvPr id="21" name="Freeform 12">
              <a:extLst>
                <a:ext uri="{FF2B5EF4-FFF2-40B4-BE49-F238E27FC236}">
                  <a16:creationId xmlns:a16="http://schemas.microsoft.com/office/drawing/2014/main" id="{45521EDF-A25D-9224-8AD8-E84FBF58C9FA}"/>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sz="2400"/>
            </a:p>
          </p:txBody>
        </p:sp>
      </p:grpSp>
      <p:sp>
        <p:nvSpPr>
          <p:cNvPr id="6" name="Content Placeholder 2">
            <a:extLst>
              <a:ext uri="{FF2B5EF4-FFF2-40B4-BE49-F238E27FC236}">
                <a16:creationId xmlns:a16="http://schemas.microsoft.com/office/drawing/2014/main" id="{B9610895-106D-65EF-CCFF-80EF628254B8}"/>
              </a:ext>
            </a:extLst>
          </p:cNvPr>
          <p:cNvSpPr>
            <a:spLocks noGrp="1"/>
          </p:cNvSpPr>
          <p:nvPr>
            <p:ph idx="14"/>
          </p:nvPr>
        </p:nvSpPr>
        <p:spPr>
          <a:xfrm>
            <a:off x="4572000" y="753258"/>
            <a:ext cx="3429000" cy="4961742"/>
          </a:xfrm>
        </p:spPr>
        <p:txBody>
          <a:bodyPr/>
          <a:lstStyle>
            <a:lvl1pPr>
              <a:buClr>
                <a:schemeClr val="bg1"/>
              </a:buClr>
              <a:defRPr sz="1200">
                <a:solidFill>
                  <a:schemeClr val="bg1"/>
                </a:solidFill>
              </a:defRPr>
            </a:lvl1pPr>
            <a:lvl2pPr>
              <a:buClr>
                <a:schemeClr val="bg1"/>
              </a:buClr>
              <a:defRPr sz="1200">
                <a:solidFill>
                  <a:schemeClr val="bg1"/>
                </a:solidFill>
              </a:defRPr>
            </a:lvl2pPr>
            <a:lvl3pPr>
              <a:defRPr>
                <a:solidFill>
                  <a:schemeClr val="bg1"/>
                </a:solidFill>
              </a:defRPr>
            </a:lvl3pPr>
            <a:lvl4pPr>
              <a:buClr>
                <a:schemeClr val="bg1"/>
              </a:buClr>
              <a:defRPr sz="1050">
                <a:solidFill>
                  <a:schemeClr val="bg1"/>
                </a:solidFill>
              </a:defRPr>
            </a:lvl4pPr>
            <a:lvl5pPr>
              <a:buClr>
                <a:schemeClr val="bg1"/>
              </a:buClr>
              <a:defRPr sz="1050">
                <a:solidFill>
                  <a:schemeClr val="bg1"/>
                </a:solidFill>
              </a:defRPr>
            </a:lvl5pPr>
            <a:lvl6pPr>
              <a:defRPr sz="1000">
                <a:solidFill>
                  <a:schemeClr val="bg1"/>
                </a:solidFill>
              </a:defRPr>
            </a:lvl6pPr>
            <a:lvl7pPr>
              <a:spcBef>
                <a:spcPts val="0"/>
              </a:spcBef>
              <a:spcAft>
                <a:spcPts val="600"/>
              </a:spcAft>
              <a:defRPr sz="900">
                <a:solidFill>
                  <a:schemeClr val="bg1"/>
                </a:solidFill>
              </a:defRPr>
            </a:lvl7pPr>
            <a:lvl8pPr>
              <a:buClr>
                <a:schemeClr val="bg1"/>
              </a:buClr>
              <a:defRPr sz="900">
                <a:solidFill>
                  <a:schemeClr val="bg1"/>
                </a:solidFill>
              </a:defRPr>
            </a:lvl8pPr>
            <a:lvl9pPr marL="0" indent="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2">
            <a:extLst>
              <a:ext uri="{FF2B5EF4-FFF2-40B4-BE49-F238E27FC236}">
                <a16:creationId xmlns:a16="http://schemas.microsoft.com/office/drawing/2014/main" id="{B7D3B398-D3AE-A2C2-D4F9-1A6D054A426B}"/>
              </a:ext>
            </a:extLst>
          </p:cNvPr>
          <p:cNvSpPr>
            <a:spLocks noGrp="1"/>
          </p:cNvSpPr>
          <p:nvPr>
            <p:ph idx="19"/>
          </p:nvPr>
        </p:nvSpPr>
        <p:spPr>
          <a:xfrm>
            <a:off x="8382000" y="771426"/>
            <a:ext cx="3429000" cy="4961742"/>
          </a:xfrm>
        </p:spPr>
        <p:txBody>
          <a:bodyPr/>
          <a:lstStyle>
            <a:lvl1pPr>
              <a:buClr>
                <a:schemeClr val="bg1"/>
              </a:buClr>
              <a:defRPr sz="1200">
                <a:solidFill>
                  <a:schemeClr val="bg1"/>
                </a:solidFill>
              </a:defRPr>
            </a:lvl1pPr>
            <a:lvl2pPr>
              <a:buClr>
                <a:schemeClr val="bg1"/>
              </a:buClr>
              <a:defRPr sz="1200">
                <a:solidFill>
                  <a:schemeClr val="bg1"/>
                </a:solidFill>
              </a:defRPr>
            </a:lvl2pPr>
            <a:lvl3pPr>
              <a:defRPr>
                <a:solidFill>
                  <a:schemeClr val="bg1"/>
                </a:solidFill>
              </a:defRPr>
            </a:lvl3pPr>
            <a:lvl4pPr>
              <a:buClr>
                <a:schemeClr val="bg1"/>
              </a:buClr>
              <a:defRPr sz="1050">
                <a:solidFill>
                  <a:schemeClr val="bg1"/>
                </a:solidFill>
              </a:defRPr>
            </a:lvl4pPr>
            <a:lvl5pPr>
              <a:buClr>
                <a:schemeClr val="bg1"/>
              </a:buClr>
              <a:defRPr sz="1050">
                <a:solidFill>
                  <a:schemeClr val="bg1"/>
                </a:solidFill>
              </a:defRPr>
            </a:lvl5pPr>
            <a:lvl6pPr>
              <a:defRPr sz="1000">
                <a:solidFill>
                  <a:schemeClr val="bg1"/>
                </a:solidFill>
              </a:defRPr>
            </a:lvl6pPr>
            <a:lvl7pPr>
              <a:spcBef>
                <a:spcPts val="0"/>
              </a:spcBef>
              <a:spcAft>
                <a:spcPts val="600"/>
              </a:spcAft>
              <a:defRPr sz="900">
                <a:solidFill>
                  <a:schemeClr val="bg1"/>
                </a:solidFill>
              </a:defRPr>
            </a:lvl7pPr>
            <a:lvl8pPr>
              <a:buClr>
                <a:schemeClr val="bg1"/>
              </a:buClr>
              <a:defRPr sz="900">
                <a:solidFill>
                  <a:schemeClr val="bg1"/>
                </a:solidFill>
              </a:defRPr>
            </a:lvl8pPr>
            <a:lvl9pPr marL="0" indent="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Slide Number Placeholder 13">
            <a:extLst>
              <a:ext uri="{FF2B5EF4-FFF2-40B4-BE49-F238E27FC236}">
                <a16:creationId xmlns:a16="http://schemas.microsoft.com/office/drawing/2014/main" id="{50E80183-0452-1A8D-EF17-5248BE4BD8E1}"/>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bg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327325986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py + Image 01">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B47FFB1-CF7A-0629-408D-D92B891F428B}"/>
              </a:ext>
            </a:extLst>
          </p:cNvPr>
          <p:cNvSpPr>
            <a:spLocks noGrp="1"/>
          </p:cNvSpPr>
          <p:nvPr>
            <p:ph idx="13"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29123F4E-8F43-1D78-7866-0C259F50F611}"/>
              </a:ext>
            </a:extLst>
          </p:cNvPr>
          <p:cNvSpPr>
            <a:spLocks noGrp="1"/>
          </p:cNvSpPr>
          <p:nvPr>
            <p:ph type="title"/>
          </p:nvPr>
        </p:nvSpPr>
        <p:spPr>
          <a:xfrm>
            <a:off x="380999" y="771426"/>
            <a:ext cx="3048001" cy="381000"/>
          </a:xfrm>
        </p:spPr>
        <p:txBody>
          <a:bodyPr/>
          <a:lstStyle/>
          <a:p>
            <a:r>
              <a:rPr lang="en-US"/>
              <a:t>Click to edit Master title style</a:t>
            </a:r>
            <a:endParaRPr lang="en-GB"/>
          </a:p>
        </p:txBody>
      </p:sp>
      <p:sp>
        <p:nvSpPr>
          <p:cNvPr id="19" name="Content Placeholder 2">
            <a:extLst>
              <a:ext uri="{FF2B5EF4-FFF2-40B4-BE49-F238E27FC236}">
                <a16:creationId xmlns:a16="http://schemas.microsoft.com/office/drawing/2014/main" id="{D835B595-EC81-531E-F1A2-33EB384AC674}"/>
              </a:ext>
            </a:extLst>
          </p:cNvPr>
          <p:cNvSpPr>
            <a:spLocks noGrp="1"/>
          </p:cNvSpPr>
          <p:nvPr>
            <p:ph idx="14"/>
          </p:nvPr>
        </p:nvSpPr>
        <p:spPr>
          <a:xfrm>
            <a:off x="381000" y="1905000"/>
            <a:ext cx="3048000" cy="4209168"/>
          </a:xfrm>
        </p:spPr>
        <p:txBody>
          <a:bodyPr/>
          <a:lstStyle>
            <a:lvl1pPr>
              <a:buClr>
                <a:schemeClr val="accent1"/>
              </a:buClr>
              <a:defRPr sz="1200"/>
            </a:lvl1pPr>
            <a:lvl2pPr>
              <a:buClr>
                <a:schemeClr val="accent1"/>
              </a:buClr>
              <a:defRPr sz="1200"/>
            </a:lvl2pPr>
            <a:lvl3pPr>
              <a:buClr>
                <a:schemeClr val="accent1"/>
              </a:buClr>
              <a:defRPr/>
            </a:lvl3pPr>
            <a:lvl4pPr>
              <a:buClr>
                <a:schemeClr val="accent1"/>
              </a:buClr>
              <a:defRPr sz="1050"/>
            </a:lvl4pPr>
            <a:lvl5pPr>
              <a:buClr>
                <a:schemeClr val="accent1"/>
              </a:buClr>
              <a:defRPr sz="1050"/>
            </a:lvl5pPr>
            <a:lvl6pPr>
              <a:buClr>
                <a:schemeClr val="accent1"/>
              </a:buClr>
              <a:defRPr sz="1000"/>
            </a:lvl6pPr>
            <a:lvl7pPr>
              <a:spcBef>
                <a:spcPts val="0"/>
              </a:spcBef>
              <a:spcAft>
                <a:spcPts val="600"/>
              </a:spcAft>
              <a:buClr>
                <a:schemeClr val="accent1"/>
              </a:buClr>
              <a:defRPr sz="900"/>
            </a:lvl7pPr>
            <a:lvl8pPr>
              <a:buClr>
                <a:schemeClr val="accent1"/>
              </a:buClr>
              <a:defRPr sz="900">
                <a:solidFill>
                  <a:schemeClr val="tx1"/>
                </a:solidFill>
              </a:defRPr>
            </a:lvl8pPr>
            <a:lvl9pPr marL="0" indent="0">
              <a:buClr>
                <a:schemeClr val="accent1"/>
              </a:buClr>
              <a:defRPr>
                <a:solidFill>
                  <a:schemeClr val="accent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Picture Placeholder 5">
            <a:extLst>
              <a:ext uri="{FF2B5EF4-FFF2-40B4-BE49-F238E27FC236}">
                <a16:creationId xmlns:a16="http://schemas.microsoft.com/office/drawing/2014/main" id="{B8777BC7-0112-E2CF-7CF6-128D53931DF6}"/>
              </a:ext>
            </a:extLst>
          </p:cNvPr>
          <p:cNvSpPr>
            <a:spLocks noGrp="1"/>
          </p:cNvSpPr>
          <p:nvPr>
            <p:ph type="pic" sz="quarter" idx="20"/>
          </p:nvPr>
        </p:nvSpPr>
        <p:spPr>
          <a:xfrm>
            <a:off x="4191000" y="394394"/>
            <a:ext cx="7620000" cy="5719774"/>
          </a:xfrm>
          <a:prstGeom prst="roundRect">
            <a:avLst>
              <a:gd name="adj" fmla="val 2031"/>
            </a:avLst>
          </a:prstGeom>
          <a:solidFill>
            <a:schemeClr val="bg2"/>
          </a:solidFill>
        </p:spPr>
        <p:txBody>
          <a:bodyPr/>
          <a:lstStyle>
            <a:lvl1pPr>
              <a:buClr>
                <a:schemeClr val="accent1"/>
              </a:buClr>
              <a:defRPr/>
            </a:lvl1pPr>
          </a:lstStyle>
          <a:p>
            <a:r>
              <a:rPr lang="en-US"/>
              <a:t>Click icon to add picture</a:t>
            </a:r>
            <a:endParaRPr lang="en-GB"/>
          </a:p>
        </p:txBody>
      </p:sp>
      <p:sp>
        <p:nvSpPr>
          <p:cNvPr id="13" name="Text Placeholder 5">
            <a:extLst>
              <a:ext uri="{FF2B5EF4-FFF2-40B4-BE49-F238E27FC236}">
                <a16:creationId xmlns:a16="http://schemas.microsoft.com/office/drawing/2014/main" id="{67599723-3658-4E93-C934-CBB93CCF6781}"/>
              </a:ext>
            </a:extLst>
          </p:cNvPr>
          <p:cNvSpPr>
            <a:spLocks noGrp="1"/>
          </p:cNvSpPr>
          <p:nvPr>
            <p:ph type="body" sz="quarter" idx="19"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2" name="Slide Number Placeholder 13">
            <a:extLst>
              <a:ext uri="{FF2B5EF4-FFF2-40B4-BE49-F238E27FC236}">
                <a16:creationId xmlns:a16="http://schemas.microsoft.com/office/drawing/2014/main" id="{9262555F-8A3F-B287-159C-FA0B851485C0}"/>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275134174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mage Comparison x 3">
    <p:spTree>
      <p:nvGrpSpPr>
        <p:cNvPr id="1" name=""/>
        <p:cNvGrpSpPr/>
        <p:nvPr/>
      </p:nvGrpSpPr>
      <p:grpSpPr>
        <a:xfrm>
          <a:off x="0" y="0"/>
          <a:ext cx="0" cy="0"/>
          <a:chOff x="0" y="0"/>
          <a:chExt cx="0" cy="0"/>
        </a:xfrm>
      </p:grpSpPr>
      <p:sp>
        <p:nvSpPr>
          <p:cNvPr id="11" name="Picture Placeholder 26">
            <a:extLst>
              <a:ext uri="{FF2B5EF4-FFF2-40B4-BE49-F238E27FC236}">
                <a16:creationId xmlns:a16="http://schemas.microsoft.com/office/drawing/2014/main" id="{3F145C7C-BCE3-3644-C6B5-B208FAFB4CD4}"/>
              </a:ext>
            </a:extLst>
          </p:cNvPr>
          <p:cNvSpPr>
            <a:spLocks noGrp="1"/>
          </p:cNvSpPr>
          <p:nvPr>
            <p:ph type="pic" sz="quarter" idx="22"/>
          </p:nvPr>
        </p:nvSpPr>
        <p:spPr>
          <a:xfrm>
            <a:off x="8173655" y="1931505"/>
            <a:ext cx="3636000" cy="1891748"/>
          </a:xfrm>
          <a:prstGeom prst="round2SameRect">
            <a:avLst>
              <a:gd name="adj1" fmla="val 5709"/>
              <a:gd name="adj2" fmla="val 0"/>
            </a:avLst>
          </a:prstGeom>
          <a:solidFill>
            <a:schemeClr val="accent3"/>
          </a:solidFill>
        </p:spPr>
        <p:txBody>
          <a:bodyPr wrap="square">
            <a:noAutofit/>
          </a:bodyPr>
          <a:lstStyle>
            <a:lvl1pPr>
              <a:buClr>
                <a:schemeClr val="accent1"/>
              </a:buClr>
              <a:defRPr/>
            </a:lvl1pPr>
          </a:lstStyle>
          <a:p>
            <a:r>
              <a:rPr lang="en-US"/>
              <a:t>Click icon to add picture</a:t>
            </a:r>
            <a:endParaRPr lang="en-GB"/>
          </a:p>
        </p:txBody>
      </p:sp>
      <p:sp>
        <p:nvSpPr>
          <p:cNvPr id="27" name="Picture Placeholder 26">
            <a:extLst>
              <a:ext uri="{FF2B5EF4-FFF2-40B4-BE49-F238E27FC236}">
                <a16:creationId xmlns:a16="http://schemas.microsoft.com/office/drawing/2014/main" id="{808204C7-23C8-5891-F46D-79ABCBABB0DF}"/>
              </a:ext>
            </a:extLst>
          </p:cNvPr>
          <p:cNvSpPr>
            <a:spLocks noGrp="1"/>
          </p:cNvSpPr>
          <p:nvPr>
            <p:ph type="pic" sz="quarter" idx="17"/>
          </p:nvPr>
        </p:nvSpPr>
        <p:spPr>
          <a:xfrm>
            <a:off x="386679" y="1931506"/>
            <a:ext cx="3636000" cy="1891747"/>
          </a:xfrm>
          <a:prstGeom prst="round2SameRect">
            <a:avLst>
              <a:gd name="adj1" fmla="val 5709"/>
              <a:gd name="adj2" fmla="val 0"/>
            </a:avLst>
          </a:prstGeom>
          <a:solidFill>
            <a:schemeClr val="accent3"/>
          </a:solidFill>
        </p:spPr>
        <p:txBody>
          <a:bodyPr wrap="square">
            <a:noAutofit/>
          </a:bodyPr>
          <a:lstStyle>
            <a:lvl1pPr>
              <a:buClr>
                <a:schemeClr val="accent1"/>
              </a:buClr>
              <a:defRPr/>
            </a:lvl1pPr>
          </a:lstStyle>
          <a:p>
            <a:r>
              <a:rPr lang="en-US"/>
              <a:t>Click icon to add picture</a:t>
            </a:r>
            <a:endParaRPr lang="en-GB"/>
          </a:p>
        </p:txBody>
      </p:sp>
      <p:sp>
        <p:nvSpPr>
          <p:cNvPr id="8" name="Picture Placeholder 26">
            <a:extLst>
              <a:ext uri="{FF2B5EF4-FFF2-40B4-BE49-F238E27FC236}">
                <a16:creationId xmlns:a16="http://schemas.microsoft.com/office/drawing/2014/main" id="{0F548528-EB79-82A7-63BE-26601958E669}"/>
              </a:ext>
            </a:extLst>
          </p:cNvPr>
          <p:cNvSpPr>
            <a:spLocks noGrp="1"/>
          </p:cNvSpPr>
          <p:nvPr>
            <p:ph type="pic" sz="quarter" idx="19"/>
          </p:nvPr>
        </p:nvSpPr>
        <p:spPr>
          <a:xfrm>
            <a:off x="4278000" y="1905001"/>
            <a:ext cx="3636000" cy="1918252"/>
          </a:xfrm>
          <a:prstGeom prst="round2SameRect">
            <a:avLst>
              <a:gd name="adj1" fmla="val 5630"/>
              <a:gd name="adj2" fmla="val 0"/>
            </a:avLst>
          </a:prstGeom>
          <a:solidFill>
            <a:schemeClr val="accent3"/>
          </a:solidFill>
        </p:spPr>
        <p:txBody>
          <a:bodyPr wrap="square">
            <a:noAutofit/>
          </a:bodyPr>
          <a:lstStyle>
            <a:lvl1pPr>
              <a:buClr>
                <a:schemeClr val="accent1"/>
              </a:buClr>
              <a:defRPr/>
            </a:lvl1pPr>
          </a:lstStyle>
          <a:p>
            <a:r>
              <a:rPr lang="en-US"/>
              <a:t>Click icon to add picture</a:t>
            </a:r>
            <a:endParaRPr lang="en-GB"/>
          </a:p>
        </p:txBody>
      </p:sp>
      <p:sp>
        <p:nvSpPr>
          <p:cNvPr id="10" name="Content Placeholder 23">
            <a:extLst>
              <a:ext uri="{FF2B5EF4-FFF2-40B4-BE49-F238E27FC236}">
                <a16:creationId xmlns:a16="http://schemas.microsoft.com/office/drawing/2014/main" id="{B9F03D09-3F30-F8D8-1FEB-059391E4F3A5}"/>
              </a:ext>
            </a:extLst>
          </p:cNvPr>
          <p:cNvSpPr>
            <a:spLocks noGrp="1"/>
          </p:cNvSpPr>
          <p:nvPr>
            <p:ph sz="quarter" idx="21" hasCustomPrompt="1"/>
          </p:nvPr>
        </p:nvSpPr>
        <p:spPr>
          <a:xfrm>
            <a:off x="8173655" y="3823252"/>
            <a:ext cx="3636000" cy="1891748"/>
          </a:xfrm>
          <a:prstGeom prst="round2SameRect">
            <a:avLst>
              <a:gd name="adj1" fmla="val 0"/>
              <a:gd name="adj2" fmla="val 5709"/>
            </a:avLst>
          </a:prstGeom>
          <a:solidFill>
            <a:schemeClr val="bg2"/>
          </a:solidFill>
        </p:spPr>
        <p:txBody>
          <a:bodyPr lIns="288000" tIns="360000" rIns="360000" bIns="0" anchor="t"/>
          <a:lstStyle>
            <a:lvl1pPr marL="0" indent="0">
              <a:lnSpc>
                <a:spcPct val="100000"/>
              </a:lnSpc>
              <a:spcBef>
                <a:spcPts val="1800"/>
              </a:spcBef>
              <a:spcAft>
                <a:spcPts val="600"/>
              </a:spcAft>
              <a:buClr>
                <a:schemeClr val="accent1"/>
              </a:buClr>
              <a:buFontTx/>
              <a:buNone/>
              <a:tabLst>
                <a:tab pos="4125600" algn="r"/>
              </a:tabLst>
              <a:defRPr sz="1300">
                <a:solidFill>
                  <a:schemeClr val="tx1"/>
                </a:solidFill>
                <a:latin typeface="Inter SemiBold" panose="02000503000000020004" pitchFamily="2" charset="0"/>
                <a:cs typeface="Inter SemiBold" panose="02000503000000020004" pitchFamily="2" charset="0"/>
                <a:sym typeface="Wingdings" panose="05000000000000000000" pitchFamily="2" charset="2"/>
              </a:defRPr>
            </a:lvl1pPr>
            <a:lvl2pPr marL="0" indent="0">
              <a:spcBef>
                <a:spcPts val="300"/>
              </a:spcBef>
              <a:buClr>
                <a:schemeClr val="accent1"/>
              </a:buClr>
              <a:buNone/>
              <a:tabLst>
                <a:tab pos="4125600" algn="r"/>
              </a:tabLst>
              <a:defRPr sz="1050"/>
            </a:lvl2pPr>
            <a:lvl3pPr>
              <a:lnSpc>
                <a:spcPct val="100000"/>
              </a:lnSpc>
              <a:spcBef>
                <a:spcPts val="600"/>
              </a:spcBef>
              <a:spcAft>
                <a:spcPts val="300"/>
              </a:spcAft>
              <a:tabLst>
                <a:tab pos="4125600" algn="r"/>
              </a:tabLst>
              <a:defRPr/>
            </a:lvl3pPr>
            <a:lvl4pPr>
              <a:spcBef>
                <a:spcPts val="0"/>
              </a:spcBef>
              <a:spcAft>
                <a:spcPts val="300"/>
              </a:spcAft>
              <a:tabLst>
                <a:tab pos="4125600" algn="r"/>
              </a:tabLst>
              <a:defRPr/>
            </a:lvl4pPr>
            <a:lvl5pPr>
              <a:spcBef>
                <a:spcPts val="0"/>
              </a:spcBef>
              <a:spcAft>
                <a:spcPts val="300"/>
              </a:spcAft>
              <a:buClr>
                <a:schemeClr val="accent3"/>
              </a:buClr>
              <a:tabLst>
                <a:tab pos="4125600" algn="r"/>
              </a:tabLst>
              <a:defRPr/>
            </a:lvl5pPr>
            <a:lvl7pPr>
              <a:buClr>
                <a:schemeClr val="accent1"/>
              </a:buClr>
              <a:defRPr/>
            </a:lvl7pPr>
            <a:lvl8pPr>
              <a:buClr>
                <a:schemeClr val="accent1"/>
              </a:buClr>
              <a:defRPr/>
            </a:lvl8pPr>
            <a:lvl9pPr>
              <a:spcBef>
                <a:spcPts val="600"/>
              </a:spcBef>
              <a:spcAft>
                <a:spcPts val="600"/>
              </a:spcAft>
              <a:buClr>
                <a:schemeClr val="accent1"/>
              </a:buClr>
              <a:defRPr/>
            </a:lvl9pPr>
          </a:lstStyle>
          <a:p>
            <a:pPr lvl="0"/>
            <a:r>
              <a:rPr lang="en-US"/>
              <a:t>Click to edit Master text styles	</a:t>
            </a:r>
          </a:p>
          <a:p>
            <a:pPr lvl="1"/>
            <a:r>
              <a:rPr lang="en-US"/>
              <a:t>Second level</a:t>
            </a:r>
          </a:p>
          <a:p>
            <a:pPr lvl="8"/>
            <a:r>
              <a:rPr lang="en-US"/>
              <a:t>Third level</a:t>
            </a:r>
          </a:p>
          <a:p>
            <a:pPr lvl="6"/>
            <a:r>
              <a:rPr lang="en-US"/>
              <a:t>Fourth level</a:t>
            </a:r>
          </a:p>
          <a:p>
            <a:pPr lvl="7"/>
            <a:r>
              <a:rPr lang="en-US"/>
              <a:t>Fifth level</a:t>
            </a:r>
            <a:endParaRPr lang="en-GB"/>
          </a:p>
        </p:txBody>
      </p:sp>
      <p:sp>
        <p:nvSpPr>
          <p:cNvPr id="2" name="Title 1">
            <a:extLst>
              <a:ext uri="{FF2B5EF4-FFF2-40B4-BE49-F238E27FC236}">
                <a16:creationId xmlns:a16="http://schemas.microsoft.com/office/drawing/2014/main" id="{E5D6DF08-D56D-92CC-F033-99B7334C7DC1}"/>
              </a:ext>
            </a:extLst>
          </p:cNvPr>
          <p:cNvSpPr>
            <a:spLocks noGrp="1"/>
          </p:cNvSpPr>
          <p:nvPr>
            <p:ph type="title"/>
          </p:nvPr>
        </p:nvSpPr>
        <p:spPr>
          <a:xfrm>
            <a:off x="381001" y="760542"/>
            <a:ext cx="11049000" cy="381001"/>
          </a:xfrm>
        </p:spPr>
        <p:txBody>
          <a:bodyPr/>
          <a:lstStyle/>
          <a:p>
            <a:r>
              <a:rPr lang="en-US"/>
              <a:t>Click to edit Master title style</a:t>
            </a:r>
            <a:endParaRPr lang="en-GB"/>
          </a:p>
        </p:txBody>
      </p:sp>
      <p:sp>
        <p:nvSpPr>
          <p:cNvPr id="5" name="Content Placeholder 2">
            <a:extLst>
              <a:ext uri="{FF2B5EF4-FFF2-40B4-BE49-F238E27FC236}">
                <a16:creationId xmlns:a16="http://schemas.microsoft.com/office/drawing/2014/main" id="{F79DFBE1-EA7D-8AA3-CEEB-2E95F87A2EA5}"/>
              </a:ext>
            </a:extLst>
          </p:cNvPr>
          <p:cNvSpPr>
            <a:spLocks noGrp="1"/>
          </p:cNvSpPr>
          <p:nvPr>
            <p:ph idx="16" hasCustomPrompt="1"/>
          </p:nvPr>
        </p:nvSpPr>
        <p:spPr>
          <a:xfrm>
            <a:off x="381000" y="372258"/>
            <a:ext cx="3047999" cy="381000"/>
          </a:xfrm>
        </p:spPr>
        <p:txBody>
          <a:bodyPr/>
          <a:lstStyle>
            <a:lvl1pPr marL="0" indent="0">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3" name="Text Placeholder 5">
            <a:extLst>
              <a:ext uri="{FF2B5EF4-FFF2-40B4-BE49-F238E27FC236}">
                <a16:creationId xmlns:a16="http://schemas.microsoft.com/office/drawing/2014/main" id="{C454CCFB-5BA8-833A-5B47-A3F6B0DB956D}"/>
              </a:ext>
            </a:extLst>
          </p:cNvPr>
          <p:cNvSpPr>
            <a:spLocks noGrp="1"/>
          </p:cNvSpPr>
          <p:nvPr>
            <p:ph type="body" sz="quarter" idx="23"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3">
            <a:extLst>
              <a:ext uri="{FF2B5EF4-FFF2-40B4-BE49-F238E27FC236}">
                <a16:creationId xmlns:a16="http://schemas.microsoft.com/office/drawing/2014/main" id="{6EE30E0F-8DB5-9FBD-4885-3B2EDA7D05D4}"/>
              </a:ext>
            </a:extLst>
          </p:cNvPr>
          <p:cNvSpPr>
            <a:spLocks noGrp="1"/>
          </p:cNvSpPr>
          <p:nvPr>
            <p:ph sz="quarter" idx="24" hasCustomPrompt="1"/>
          </p:nvPr>
        </p:nvSpPr>
        <p:spPr>
          <a:xfrm>
            <a:off x="4278000" y="3823252"/>
            <a:ext cx="3636000" cy="1891748"/>
          </a:xfrm>
          <a:prstGeom prst="round2SameRect">
            <a:avLst>
              <a:gd name="adj1" fmla="val 0"/>
              <a:gd name="adj2" fmla="val 5709"/>
            </a:avLst>
          </a:prstGeom>
          <a:solidFill>
            <a:schemeClr val="bg2"/>
          </a:solidFill>
        </p:spPr>
        <p:txBody>
          <a:bodyPr lIns="288000" tIns="360000" rIns="360000" bIns="0" anchor="t"/>
          <a:lstStyle>
            <a:lvl1pPr marL="0" indent="0">
              <a:lnSpc>
                <a:spcPct val="100000"/>
              </a:lnSpc>
              <a:spcBef>
                <a:spcPts val="1800"/>
              </a:spcBef>
              <a:spcAft>
                <a:spcPts val="600"/>
              </a:spcAft>
              <a:buClr>
                <a:schemeClr val="accent1"/>
              </a:buClr>
              <a:buFontTx/>
              <a:buNone/>
              <a:tabLst>
                <a:tab pos="4125600" algn="r"/>
              </a:tabLst>
              <a:defRPr sz="1300">
                <a:solidFill>
                  <a:schemeClr val="tx1"/>
                </a:solidFill>
                <a:latin typeface="Inter SemiBold" panose="02000503000000020004" pitchFamily="2" charset="0"/>
                <a:cs typeface="Inter SemiBold" panose="02000503000000020004" pitchFamily="2" charset="0"/>
                <a:sym typeface="Wingdings" panose="05000000000000000000" pitchFamily="2" charset="2"/>
              </a:defRPr>
            </a:lvl1pPr>
            <a:lvl2pPr marL="0" indent="0">
              <a:spcBef>
                <a:spcPts val="300"/>
              </a:spcBef>
              <a:buClr>
                <a:schemeClr val="accent1"/>
              </a:buClr>
              <a:buNone/>
              <a:tabLst>
                <a:tab pos="4125600" algn="r"/>
              </a:tabLst>
              <a:defRPr sz="1050"/>
            </a:lvl2pPr>
            <a:lvl3pPr>
              <a:lnSpc>
                <a:spcPct val="100000"/>
              </a:lnSpc>
              <a:spcBef>
                <a:spcPts val="600"/>
              </a:spcBef>
              <a:spcAft>
                <a:spcPts val="300"/>
              </a:spcAft>
              <a:tabLst>
                <a:tab pos="4125600" algn="r"/>
              </a:tabLst>
              <a:defRPr/>
            </a:lvl3pPr>
            <a:lvl4pPr>
              <a:spcBef>
                <a:spcPts val="0"/>
              </a:spcBef>
              <a:spcAft>
                <a:spcPts val="300"/>
              </a:spcAft>
              <a:tabLst>
                <a:tab pos="4125600" algn="r"/>
              </a:tabLst>
              <a:defRPr/>
            </a:lvl4pPr>
            <a:lvl5pPr>
              <a:spcBef>
                <a:spcPts val="0"/>
              </a:spcBef>
              <a:spcAft>
                <a:spcPts val="300"/>
              </a:spcAft>
              <a:buClr>
                <a:schemeClr val="accent3"/>
              </a:buClr>
              <a:tabLst>
                <a:tab pos="4125600" algn="r"/>
              </a:tabLst>
              <a:defRPr/>
            </a:lvl5pPr>
            <a:lvl7pPr>
              <a:buClr>
                <a:schemeClr val="accent1"/>
              </a:buClr>
              <a:defRPr/>
            </a:lvl7pPr>
            <a:lvl8pPr>
              <a:buClr>
                <a:schemeClr val="accent1"/>
              </a:buClr>
              <a:defRPr/>
            </a:lvl8pPr>
            <a:lvl9pPr>
              <a:spcBef>
                <a:spcPts val="600"/>
              </a:spcBef>
              <a:spcAft>
                <a:spcPts val="600"/>
              </a:spcAft>
              <a:buClr>
                <a:schemeClr val="accent1"/>
              </a:buClr>
              <a:defRPr/>
            </a:lvl9pPr>
          </a:lstStyle>
          <a:p>
            <a:pPr lvl="0"/>
            <a:r>
              <a:rPr lang="en-US"/>
              <a:t>Click to edit Master text styles	</a:t>
            </a:r>
          </a:p>
          <a:p>
            <a:pPr lvl="1"/>
            <a:r>
              <a:rPr lang="en-US"/>
              <a:t>Second level</a:t>
            </a:r>
          </a:p>
          <a:p>
            <a:pPr lvl="8"/>
            <a:r>
              <a:rPr lang="en-US"/>
              <a:t>Third level</a:t>
            </a:r>
          </a:p>
          <a:p>
            <a:pPr lvl="6"/>
            <a:r>
              <a:rPr lang="en-US"/>
              <a:t>Fourth level</a:t>
            </a:r>
          </a:p>
          <a:p>
            <a:pPr lvl="7"/>
            <a:r>
              <a:rPr lang="en-US"/>
              <a:t>Fifth level</a:t>
            </a:r>
            <a:endParaRPr lang="en-GB"/>
          </a:p>
        </p:txBody>
      </p:sp>
      <p:sp>
        <p:nvSpPr>
          <p:cNvPr id="7" name="Content Placeholder 23">
            <a:extLst>
              <a:ext uri="{FF2B5EF4-FFF2-40B4-BE49-F238E27FC236}">
                <a16:creationId xmlns:a16="http://schemas.microsoft.com/office/drawing/2014/main" id="{8F417CC5-312C-02EE-8791-91D5B66C14E0}"/>
              </a:ext>
            </a:extLst>
          </p:cNvPr>
          <p:cNvSpPr>
            <a:spLocks noGrp="1"/>
          </p:cNvSpPr>
          <p:nvPr>
            <p:ph sz="quarter" idx="25" hasCustomPrompt="1"/>
          </p:nvPr>
        </p:nvSpPr>
        <p:spPr>
          <a:xfrm>
            <a:off x="386679" y="3823252"/>
            <a:ext cx="3636000" cy="1891748"/>
          </a:xfrm>
          <a:prstGeom prst="round2SameRect">
            <a:avLst>
              <a:gd name="adj1" fmla="val 0"/>
              <a:gd name="adj2" fmla="val 5709"/>
            </a:avLst>
          </a:prstGeom>
          <a:solidFill>
            <a:schemeClr val="bg2"/>
          </a:solidFill>
        </p:spPr>
        <p:txBody>
          <a:bodyPr lIns="288000" tIns="360000" rIns="360000" bIns="0" anchor="t"/>
          <a:lstStyle>
            <a:lvl1pPr marL="0" indent="0">
              <a:lnSpc>
                <a:spcPct val="100000"/>
              </a:lnSpc>
              <a:spcBef>
                <a:spcPts val="1800"/>
              </a:spcBef>
              <a:spcAft>
                <a:spcPts val="600"/>
              </a:spcAft>
              <a:buClr>
                <a:schemeClr val="accent1"/>
              </a:buClr>
              <a:buFontTx/>
              <a:buNone/>
              <a:tabLst>
                <a:tab pos="4125600" algn="r"/>
              </a:tabLst>
              <a:defRPr sz="1300">
                <a:solidFill>
                  <a:schemeClr val="tx1"/>
                </a:solidFill>
                <a:latin typeface="Inter SemiBold" panose="02000503000000020004" pitchFamily="2" charset="0"/>
                <a:cs typeface="Inter SemiBold" panose="02000503000000020004" pitchFamily="2" charset="0"/>
                <a:sym typeface="Wingdings" panose="05000000000000000000" pitchFamily="2" charset="2"/>
              </a:defRPr>
            </a:lvl1pPr>
            <a:lvl2pPr marL="0" indent="0">
              <a:spcBef>
                <a:spcPts val="300"/>
              </a:spcBef>
              <a:buClr>
                <a:schemeClr val="accent1"/>
              </a:buClr>
              <a:buNone/>
              <a:tabLst>
                <a:tab pos="4125600" algn="r"/>
              </a:tabLst>
              <a:defRPr sz="1050"/>
            </a:lvl2pPr>
            <a:lvl3pPr>
              <a:lnSpc>
                <a:spcPct val="100000"/>
              </a:lnSpc>
              <a:spcBef>
                <a:spcPts val="600"/>
              </a:spcBef>
              <a:spcAft>
                <a:spcPts val="300"/>
              </a:spcAft>
              <a:tabLst>
                <a:tab pos="4125600" algn="r"/>
              </a:tabLst>
              <a:defRPr/>
            </a:lvl3pPr>
            <a:lvl4pPr>
              <a:spcBef>
                <a:spcPts val="0"/>
              </a:spcBef>
              <a:spcAft>
                <a:spcPts val="300"/>
              </a:spcAft>
              <a:tabLst>
                <a:tab pos="4125600" algn="r"/>
              </a:tabLst>
              <a:defRPr/>
            </a:lvl4pPr>
            <a:lvl5pPr>
              <a:spcBef>
                <a:spcPts val="0"/>
              </a:spcBef>
              <a:spcAft>
                <a:spcPts val="300"/>
              </a:spcAft>
              <a:buClr>
                <a:schemeClr val="accent3"/>
              </a:buClr>
              <a:tabLst>
                <a:tab pos="4125600" algn="r"/>
              </a:tabLst>
              <a:defRPr/>
            </a:lvl5pPr>
            <a:lvl7pPr>
              <a:buClr>
                <a:schemeClr val="accent1"/>
              </a:buClr>
              <a:defRPr/>
            </a:lvl7pPr>
            <a:lvl8pPr>
              <a:buClr>
                <a:schemeClr val="accent1"/>
              </a:buClr>
              <a:defRPr/>
            </a:lvl8pPr>
            <a:lvl9pPr>
              <a:spcBef>
                <a:spcPts val="600"/>
              </a:spcBef>
              <a:spcAft>
                <a:spcPts val="600"/>
              </a:spcAft>
              <a:buClr>
                <a:schemeClr val="accent1"/>
              </a:buClr>
              <a:defRPr/>
            </a:lvl9pPr>
          </a:lstStyle>
          <a:p>
            <a:pPr lvl="0"/>
            <a:r>
              <a:rPr lang="en-US"/>
              <a:t>Click to edit Master text styles	</a:t>
            </a:r>
          </a:p>
          <a:p>
            <a:pPr lvl="1"/>
            <a:r>
              <a:rPr lang="en-US"/>
              <a:t>Second level</a:t>
            </a:r>
          </a:p>
          <a:p>
            <a:pPr lvl="8"/>
            <a:r>
              <a:rPr lang="en-US"/>
              <a:t>Third level</a:t>
            </a:r>
          </a:p>
          <a:p>
            <a:pPr lvl="6"/>
            <a:r>
              <a:rPr lang="en-US"/>
              <a:t>Fourth level</a:t>
            </a:r>
          </a:p>
          <a:p>
            <a:pPr lvl="7"/>
            <a:r>
              <a:rPr lang="en-US"/>
              <a:t>Fifth level</a:t>
            </a:r>
            <a:endParaRPr lang="en-GB"/>
          </a:p>
        </p:txBody>
      </p:sp>
      <p:sp>
        <p:nvSpPr>
          <p:cNvPr id="9" name="Slide Number Placeholder 13">
            <a:extLst>
              <a:ext uri="{FF2B5EF4-FFF2-40B4-BE49-F238E27FC236}">
                <a16:creationId xmlns:a16="http://schemas.microsoft.com/office/drawing/2014/main" id="{9D9A54BA-C910-8D4A-D7ED-09F59ED75E20}"/>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36660563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mage Comparison x 4 01">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D2EC72-7B04-D895-7783-6410DC096BF6}"/>
              </a:ext>
            </a:extLst>
          </p:cNvPr>
          <p:cNvSpPr>
            <a:spLocks noGrp="1"/>
          </p:cNvSpPr>
          <p:nvPr>
            <p:ph type="title"/>
          </p:nvPr>
        </p:nvSpPr>
        <p:spPr>
          <a:xfrm>
            <a:off x="379956" y="763456"/>
            <a:ext cx="11049000" cy="738188"/>
          </a:xfrm>
        </p:spPr>
        <p:txBody>
          <a:bodyPr/>
          <a:lstStyle>
            <a:lvl1pPr>
              <a:defRPr>
                <a:solidFill>
                  <a:schemeClr val="bg1"/>
                </a:solidFill>
              </a:defRPr>
            </a:lvl1pPr>
          </a:lstStyle>
          <a:p>
            <a:r>
              <a:rPr lang="en-US"/>
              <a:t>Click to edit Master title style</a:t>
            </a:r>
            <a:endParaRPr lang="en-GB"/>
          </a:p>
        </p:txBody>
      </p:sp>
      <p:sp>
        <p:nvSpPr>
          <p:cNvPr id="8" name="Content Placeholder 2">
            <a:extLst>
              <a:ext uri="{FF2B5EF4-FFF2-40B4-BE49-F238E27FC236}">
                <a16:creationId xmlns:a16="http://schemas.microsoft.com/office/drawing/2014/main" id="{9BB4997D-57DC-657A-4280-38D88F6DD842}"/>
              </a:ext>
            </a:extLst>
          </p:cNvPr>
          <p:cNvSpPr>
            <a:spLocks noGrp="1"/>
          </p:cNvSpPr>
          <p:nvPr>
            <p:ph idx="16" hasCustomPrompt="1"/>
          </p:nvPr>
        </p:nvSpPr>
        <p:spPr>
          <a:xfrm>
            <a:off x="381000" y="372258"/>
            <a:ext cx="3047999" cy="381000"/>
          </a:xfrm>
          <a:noFill/>
        </p:spPr>
        <p:txBody>
          <a:bodyPr/>
          <a:lstStyle>
            <a:lvl1pPr marL="0" indent="0">
              <a:buFontTx/>
              <a:buNone/>
              <a:defRPr cap="none" spc="0" baseline="0">
                <a:solidFill>
                  <a:schemeClr val="bg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14" name="Content Placeholder 13">
            <a:extLst>
              <a:ext uri="{FF2B5EF4-FFF2-40B4-BE49-F238E27FC236}">
                <a16:creationId xmlns:a16="http://schemas.microsoft.com/office/drawing/2014/main" id="{120F1696-D68C-7FAC-13F0-43D5E21BD275}"/>
              </a:ext>
            </a:extLst>
          </p:cNvPr>
          <p:cNvSpPr>
            <a:spLocks noGrp="1"/>
          </p:cNvSpPr>
          <p:nvPr>
            <p:ph sz="quarter" idx="17"/>
          </p:nvPr>
        </p:nvSpPr>
        <p:spPr>
          <a:xfrm>
            <a:off x="381000"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4000">
                <a:solidFill>
                  <a:schemeClr val="accent1"/>
                </a:solidFill>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Content Placeholder 13">
            <a:extLst>
              <a:ext uri="{FF2B5EF4-FFF2-40B4-BE49-F238E27FC236}">
                <a16:creationId xmlns:a16="http://schemas.microsoft.com/office/drawing/2014/main" id="{5C42955D-E49D-E424-FD8D-DBD067C97875}"/>
              </a:ext>
            </a:extLst>
          </p:cNvPr>
          <p:cNvSpPr>
            <a:spLocks noGrp="1"/>
          </p:cNvSpPr>
          <p:nvPr>
            <p:ph sz="quarter" idx="21"/>
          </p:nvPr>
        </p:nvSpPr>
        <p:spPr>
          <a:xfrm>
            <a:off x="3304326"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4000">
                <a:solidFill>
                  <a:schemeClr val="accent2"/>
                </a:solidFill>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Content Placeholder 13">
            <a:extLst>
              <a:ext uri="{FF2B5EF4-FFF2-40B4-BE49-F238E27FC236}">
                <a16:creationId xmlns:a16="http://schemas.microsoft.com/office/drawing/2014/main" id="{DDDE0B90-F7AC-7771-56C2-9A143D7CEAB2}"/>
              </a:ext>
            </a:extLst>
          </p:cNvPr>
          <p:cNvSpPr>
            <a:spLocks noGrp="1"/>
          </p:cNvSpPr>
          <p:nvPr>
            <p:ph sz="quarter" idx="22"/>
          </p:nvPr>
        </p:nvSpPr>
        <p:spPr>
          <a:xfrm>
            <a:off x="6227652"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4000">
                <a:solidFill>
                  <a:schemeClr val="accent4"/>
                </a:solidFill>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Content Placeholder 13">
            <a:extLst>
              <a:ext uri="{FF2B5EF4-FFF2-40B4-BE49-F238E27FC236}">
                <a16:creationId xmlns:a16="http://schemas.microsoft.com/office/drawing/2014/main" id="{3235B946-76B1-6679-A943-E8285C8807AB}"/>
              </a:ext>
            </a:extLst>
          </p:cNvPr>
          <p:cNvSpPr>
            <a:spLocks noGrp="1"/>
          </p:cNvSpPr>
          <p:nvPr>
            <p:ph sz="quarter" idx="23"/>
          </p:nvPr>
        </p:nvSpPr>
        <p:spPr>
          <a:xfrm>
            <a:off x="9150977"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4000">
                <a:solidFill>
                  <a:schemeClr val="accent5"/>
                </a:solidFill>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DAECB13-9B65-4E11-C2DA-EA6107426037}"/>
              </a:ext>
            </a:extLst>
          </p:cNvPr>
          <p:cNvSpPr txBox="1"/>
          <p:nvPr>
            <p:extLst>
              <p:ext uri="{1162E1C5-73C7-4A58-AE30-91384D911F3F}">
                <p184:classification xmlns:p184="http://schemas.microsoft.com/office/powerpoint/2018/4/main" val="ftr"/>
              </p:ext>
            </p:extLst>
          </p:nvPr>
        </p:nvSpPr>
        <p:spPr>
          <a:xfrm>
            <a:off x="10110788" y="6577840"/>
            <a:ext cx="1700213" cy="107722"/>
          </a:xfrm>
          <a:prstGeom prst="rect">
            <a:avLst/>
          </a:prstGeom>
        </p:spPr>
        <p:txBody>
          <a:bodyPr horzOverflow="overflow" lIns="0" tIns="0" rIns="0" bIns="0">
            <a:spAutoFit/>
          </a:bodyPr>
          <a:lstStyle/>
          <a:p>
            <a:pPr algn="r"/>
            <a:r>
              <a:rPr lang="en-GB" sz="700">
                <a:solidFill>
                  <a:schemeClr val="bg1"/>
                </a:solidFill>
                <a:latin typeface="+mj-lt"/>
                <a:cs typeface="Inter" panose="02000503000000020004" pitchFamily="2" charset="0"/>
              </a:rPr>
              <a:t>Information Classification: GENERAL</a:t>
            </a:r>
          </a:p>
        </p:txBody>
      </p:sp>
      <p:sp>
        <p:nvSpPr>
          <p:cNvPr id="13" name="Text Placeholder 5">
            <a:extLst>
              <a:ext uri="{FF2B5EF4-FFF2-40B4-BE49-F238E27FC236}">
                <a16:creationId xmlns:a16="http://schemas.microsoft.com/office/drawing/2014/main" id="{E294F22B-A547-70BE-F7C1-D7B5AABD6C35}"/>
              </a:ext>
            </a:extLst>
          </p:cNvPr>
          <p:cNvSpPr>
            <a:spLocks noGrp="1"/>
          </p:cNvSpPr>
          <p:nvPr>
            <p:ph type="body" sz="quarter" idx="15" hasCustomPrompt="1"/>
          </p:nvPr>
        </p:nvSpPr>
        <p:spPr>
          <a:xfrm>
            <a:off x="381001" y="6096000"/>
            <a:ext cx="8762999" cy="381000"/>
          </a:xfrm>
        </p:spPr>
        <p:txBody>
          <a:bodyPr bIns="72000" anchor="b"/>
          <a:lstStyle>
            <a:lvl1pPr marL="0" indent="0">
              <a:lnSpc>
                <a:spcPct val="100000"/>
              </a:lnSpc>
              <a:spcBef>
                <a:spcPts val="0"/>
              </a:spcBef>
              <a:spcAft>
                <a:spcPts val="0"/>
              </a:spcAft>
              <a:buNone/>
              <a:defRPr sz="600" b="1">
                <a:solidFill>
                  <a:schemeClr val="bg1"/>
                </a:solidFill>
                <a:latin typeface="+mj-lt"/>
              </a:defRPr>
            </a:lvl1pPr>
            <a:lvl2pPr>
              <a:lnSpc>
                <a:spcPct val="100000"/>
              </a:lnSpc>
              <a:spcBef>
                <a:spcPts val="200"/>
              </a:spcBef>
              <a:spcAft>
                <a:spcPts val="0"/>
              </a:spcAft>
              <a:defRPr sz="600">
                <a:solidFill>
                  <a:schemeClr val="bg1"/>
                </a:solidFill>
                <a:latin typeface="+mj-lt"/>
              </a:defRPr>
            </a:lvl2pPr>
            <a:lvl3pPr>
              <a:lnSpc>
                <a:spcPct val="100000"/>
              </a:lnSpc>
              <a:spcBef>
                <a:spcPts val="200"/>
              </a:spcBef>
              <a:spcAft>
                <a:spcPts val="0"/>
              </a:spcAft>
              <a:defRPr sz="600">
                <a:solidFill>
                  <a:schemeClr val="bg1"/>
                </a:solidFill>
              </a:defRPr>
            </a:lvl3pPr>
            <a:lvl4pPr marL="90488" indent="-90488">
              <a:lnSpc>
                <a:spcPct val="100000"/>
              </a:lnSpc>
              <a:spcBef>
                <a:spcPts val="200"/>
              </a:spcBef>
              <a:spcAft>
                <a:spcPts val="0"/>
              </a:spcAft>
              <a:buClr>
                <a:schemeClr val="bg1"/>
              </a:buClr>
              <a:defRPr sz="600">
                <a:solidFill>
                  <a:schemeClr val="bg1"/>
                </a:solidFill>
              </a:defRPr>
            </a:lvl4pPr>
            <a:lvl5pPr marL="90488" indent="-90488">
              <a:lnSpc>
                <a:spcPct val="100000"/>
              </a:lnSpc>
              <a:spcBef>
                <a:spcPts val="0"/>
              </a:spcBef>
              <a:spcAft>
                <a:spcPts val="0"/>
              </a:spcAft>
              <a:buClr>
                <a:schemeClr val="bg1"/>
              </a:buClr>
              <a:buFont typeface="+mj-lt"/>
              <a:buAutoNum type="arabicPeriod"/>
              <a:defRPr sz="600">
                <a:solidFill>
                  <a:schemeClr val="bg1"/>
                </a:solidFill>
              </a:defRPr>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5" name="Graphic 11">
            <a:extLst>
              <a:ext uri="{FF2B5EF4-FFF2-40B4-BE49-F238E27FC236}">
                <a16:creationId xmlns:a16="http://schemas.microsoft.com/office/drawing/2014/main" id="{2EB7088B-139C-FD86-D9DD-DD2D43A17472}"/>
              </a:ext>
            </a:extLst>
          </p:cNvPr>
          <p:cNvGrpSpPr>
            <a:grpSpLocks noChangeAspect="1"/>
          </p:cNvGrpSpPr>
          <p:nvPr/>
        </p:nvGrpSpPr>
        <p:grpSpPr>
          <a:xfrm>
            <a:off x="383118" y="6532927"/>
            <a:ext cx="759882" cy="202731"/>
            <a:chOff x="5925389" y="-67473"/>
            <a:chExt cx="1453278" cy="387715"/>
          </a:xfrm>
          <a:solidFill>
            <a:schemeClr val="bg1"/>
          </a:solidFill>
        </p:grpSpPr>
        <p:sp>
          <p:nvSpPr>
            <p:cNvPr id="16" name="Freeform 8">
              <a:extLst>
                <a:ext uri="{FF2B5EF4-FFF2-40B4-BE49-F238E27FC236}">
                  <a16:creationId xmlns:a16="http://schemas.microsoft.com/office/drawing/2014/main" id="{689C5F5F-6C66-A8D2-91C3-0330C5D62DC6}"/>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sz="2400"/>
            </a:p>
          </p:txBody>
        </p:sp>
        <p:sp>
          <p:nvSpPr>
            <p:cNvPr id="17" name="Freeform 9">
              <a:extLst>
                <a:ext uri="{FF2B5EF4-FFF2-40B4-BE49-F238E27FC236}">
                  <a16:creationId xmlns:a16="http://schemas.microsoft.com/office/drawing/2014/main" id="{6FB9F581-FC94-1D06-F7BB-08F18BD9D173}"/>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sz="2400"/>
            </a:p>
          </p:txBody>
        </p:sp>
        <p:sp>
          <p:nvSpPr>
            <p:cNvPr id="18" name="Freeform 10">
              <a:extLst>
                <a:ext uri="{FF2B5EF4-FFF2-40B4-BE49-F238E27FC236}">
                  <a16:creationId xmlns:a16="http://schemas.microsoft.com/office/drawing/2014/main" id="{CFA8D9EB-6BB9-4970-1673-BB67BBD207F8}"/>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sz="2400"/>
            </a:p>
          </p:txBody>
        </p:sp>
        <p:sp>
          <p:nvSpPr>
            <p:cNvPr id="19" name="Freeform 11">
              <a:extLst>
                <a:ext uri="{FF2B5EF4-FFF2-40B4-BE49-F238E27FC236}">
                  <a16:creationId xmlns:a16="http://schemas.microsoft.com/office/drawing/2014/main" id="{365D257A-CFC6-A366-DAC4-2EF1CA77720F}"/>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sz="2400"/>
            </a:p>
          </p:txBody>
        </p:sp>
        <p:sp>
          <p:nvSpPr>
            <p:cNvPr id="20" name="Freeform 12">
              <a:extLst>
                <a:ext uri="{FF2B5EF4-FFF2-40B4-BE49-F238E27FC236}">
                  <a16:creationId xmlns:a16="http://schemas.microsoft.com/office/drawing/2014/main" id="{CA8EAE87-97B3-DAF3-CC9B-BF7DEDE2BA02}"/>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sz="2400"/>
            </a:p>
          </p:txBody>
        </p:sp>
      </p:grpSp>
      <p:sp>
        <p:nvSpPr>
          <p:cNvPr id="3" name="Slide Number Placeholder 13">
            <a:extLst>
              <a:ext uri="{FF2B5EF4-FFF2-40B4-BE49-F238E27FC236}">
                <a16:creationId xmlns:a16="http://schemas.microsoft.com/office/drawing/2014/main" id="{BE0B2661-6337-B1BF-F17D-ACAE1D4CE284}"/>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bg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108079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mparison x 4 02">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D2EC72-7B04-D895-7783-6410DC096BF6}"/>
              </a:ext>
            </a:extLst>
          </p:cNvPr>
          <p:cNvSpPr>
            <a:spLocks noGrp="1"/>
          </p:cNvSpPr>
          <p:nvPr>
            <p:ph type="title"/>
          </p:nvPr>
        </p:nvSpPr>
        <p:spPr>
          <a:xfrm>
            <a:off x="379956" y="763456"/>
            <a:ext cx="11049000" cy="738188"/>
          </a:xfrm>
        </p:spPr>
        <p:txBody>
          <a:bodyPr/>
          <a:lstStyle>
            <a:lvl1pPr>
              <a:defRPr>
                <a:solidFill>
                  <a:schemeClr val="accent1"/>
                </a:solidFill>
              </a:defRPr>
            </a:lvl1pPr>
          </a:lstStyle>
          <a:p>
            <a:r>
              <a:rPr lang="en-US"/>
              <a:t>Click to edit Master title style</a:t>
            </a:r>
            <a:endParaRPr lang="en-GB"/>
          </a:p>
        </p:txBody>
      </p:sp>
      <p:sp>
        <p:nvSpPr>
          <p:cNvPr id="8" name="Content Placeholder 2">
            <a:extLst>
              <a:ext uri="{FF2B5EF4-FFF2-40B4-BE49-F238E27FC236}">
                <a16:creationId xmlns:a16="http://schemas.microsoft.com/office/drawing/2014/main" id="{9BB4997D-57DC-657A-4280-38D88F6DD842}"/>
              </a:ext>
            </a:extLst>
          </p:cNvPr>
          <p:cNvSpPr>
            <a:spLocks noGrp="1"/>
          </p:cNvSpPr>
          <p:nvPr>
            <p:ph idx="16" hasCustomPrompt="1"/>
          </p:nvPr>
        </p:nvSpPr>
        <p:spPr>
          <a:xfrm>
            <a:off x="381000" y="372258"/>
            <a:ext cx="3047999" cy="381000"/>
          </a:xfrm>
          <a:noFill/>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14" name="Content Placeholder 13">
            <a:extLst>
              <a:ext uri="{FF2B5EF4-FFF2-40B4-BE49-F238E27FC236}">
                <a16:creationId xmlns:a16="http://schemas.microsoft.com/office/drawing/2014/main" id="{120F1696-D68C-7FAC-13F0-43D5E21BD275}"/>
              </a:ext>
            </a:extLst>
          </p:cNvPr>
          <p:cNvSpPr>
            <a:spLocks noGrp="1"/>
          </p:cNvSpPr>
          <p:nvPr>
            <p:ph sz="quarter" idx="17"/>
          </p:nvPr>
        </p:nvSpPr>
        <p:spPr>
          <a:xfrm>
            <a:off x="379956"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3600"/>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Content Placeholder 13">
            <a:extLst>
              <a:ext uri="{FF2B5EF4-FFF2-40B4-BE49-F238E27FC236}">
                <a16:creationId xmlns:a16="http://schemas.microsoft.com/office/drawing/2014/main" id="{5C42955D-E49D-E424-FD8D-DBD067C97875}"/>
              </a:ext>
            </a:extLst>
          </p:cNvPr>
          <p:cNvSpPr>
            <a:spLocks noGrp="1"/>
          </p:cNvSpPr>
          <p:nvPr>
            <p:ph sz="quarter" idx="21"/>
          </p:nvPr>
        </p:nvSpPr>
        <p:spPr>
          <a:xfrm>
            <a:off x="3305524"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3600"/>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Content Placeholder 13">
            <a:extLst>
              <a:ext uri="{FF2B5EF4-FFF2-40B4-BE49-F238E27FC236}">
                <a16:creationId xmlns:a16="http://schemas.microsoft.com/office/drawing/2014/main" id="{DDDE0B90-F7AC-7771-56C2-9A143D7CEAB2}"/>
              </a:ext>
            </a:extLst>
          </p:cNvPr>
          <p:cNvSpPr>
            <a:spLocks noGrp="1"/>
          </p:cNvSpPr>
          <p:nvPr>
            <p:ph sz="quarter" idx="22"/>
          </p:nvPr>
        </p:nvSpPr>
        <p:spPr>
          <a:xfrm>
            <a:off x="6231092"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3600"/>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Content Placeholder 13">
            <a:extLst>
              <a:ext uri="{FF2B5EF4-FFF2-40B4-BE49-F238E27FC236}">
                <a16:creationId xmlns:a16="http://schemas.microsoft.com/office/drawing/2014/main" id="{3235B946-76B1-6679-A943-E8285C8807AB}"/>
              </a:ext>
            </a:extLst>
          </p:cNvPr>
          <p:cNvSpPr>
            <a:spLocks noGrp="1"/>
          </p:cNvSpPr>
          <p:nvPr>
            <p:ph sz="quarter" idx="23"/>
          </p:nvPr>
        </p:nvSpPr>
        <p:spPr>
          <a:xfrm>
            <a:off x="9156660" y="2286000"/>
            <a:ext cx="2664000" cy="3048000"/>
          </a:xfrm>
          <a:prstGeom prst="roundRect">
            <a:avLst>
              <a:gd name="adj" fmla="val 3967"/>
            </a:avLst>
          </a:prstGeom>
          <a:solidFill>
            <a:schemeClr val="bg1"/>
          </a:solidFill>
        </p:spPr>
        <p:txBody>
          <a:bodyPr lIns="288000" tIns="360000" rIns="288000" bIns="144000"/>
          <a:lstStyle>
            <a:lvl1pPr>
              <a:buClr>
                <a:schemeClr val="accent1"/>
              </a:buClr>
              <a:defRPr/>
            </a:lvl1pPr>
            <a:lvl2pPr>
              <a:buClr>
                <a:schemeClr val="accent1"/>
              </a:buClr>
              <a:defRPr/>
            </a:lvl2pPr>
            <a:lvl3pPr>
              <a:lnSpc>
                <a:spcPct val="90000"/>
              </a:lnSpc>
              <a:buClr>
                <a:schemeClr val="accent1"/>
              </a:buClr>
              <a:defRPr sz="3600"/>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 Placeholder 5">
            <a:extLst>
              <a:ext uri="{FF2B5EF4-FFF2-40B4-BE49-F238E27FC236}">
                <a16:creationId xmlns:a16="http://schemas.microsoft.com/office/drawing/2014/main" id="{70FB1192-66F0-2421-AAA0-8500631A0B40}"/>
              </a:ext>
            </a:extLst>
          </p:cNvPr>
          <p:cNvSpPr>
            <a:spLocks noGrp="1"/>
          </p:cNvSpPr>
          <p:nvPr>
            <p:ph type="body" sz="quarter" idx="19"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3" name="Slide Number Placeholder 13">
            <a:extLst>
              <a:ext uri="{FF2B5EF4-FFF2-40B4-BE49-F238E27FC236}">
                <a16:creationId xmlns:a16="http://schemas.microsoft.com/office/drawing/2014/main" id="{ACA9AB1A-623B-CF86-C844-916260308F9E}"/>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4112128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Comparison x 6 01">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D2EC72-7B04-D895-7783-6410DC096BF6}"/>
              </a:ext>
            </a:extLst>
          </p:cNvPr>
          <p:cNvSpPr>
            <a:spLocks noGrp="1"/>
          </p:cNvSpPr>
          <p:nvPr>
            <p:ph type="title"/>
          </p:nvPr>
        </p:nvSpPr>
        <p:spPr>
          <a:xfrm>
            <a:off x="379956" y="765175"/>
            <a:ext cx="11049000" cy="746919"/>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9BB4997D-57DC-657A-4280-38D88F6DD842}"/>
              </a:ext>
            </a:extLst>
          </p:cNvPr>
          <p:cNvSpPr>
            <a:spLocks noGrp="1"/>
          </p:cNvSpPr>
          <p:nvPr>
            <p:ph idx="16" hasCustomPrompt="1"/>
          </p:nvPr>
        </p:nvSpPr>
        <p:spPr>
          <a:xfrm>
            <a:off x="381000" y="372258"/>
            <a:ext cx="3047999" cy="381000"/>
          </a:xfrm>
          <a:noFill/>
        </p:spPr>
        <p:txBody>
          <a:bodyPr/>
          <a:lstStyle>
            <a:lvl1pPr marL="0" indent="0">
              <a:buFontTx/>
              <a:buNone/>
              <a:defRPr cap="none" spc="0" baseline="0">
                <a:solidFill>
                  <a:schemeClr val="tx1"/>
                </a:solidFill>
                <a:latin typeface="Inter SemiBold" panose="02000503000000020004" pitchFamily="2" charset="0"/>
                <a:ea typeface="Inter SemiBold" panose="02000503000000020004" pitchFamily="2" charset="0"/>
                <a:cs typeface="Inter SemiBold" panose="02000503000000020004" pitchFamily="2" charset="0"/>
              </a:defRPr>
            </a:lvl1pPr>
            <a:lvl2pPr marL="0" indent="0">
              <a:buNone/>
              <a:defRPr/>
            </a:lvl2pPr>
          </a:lstStyle>
          <a:p>
            <a:pPr lvl="0"/>
            <a:r>
              <a:rPr lang="en-US"/>
              <a:t>Click to edit Master text Styles</a:t>
            </a:r>
          </a:p>
        </p:txBody>
      </p:sp>
      <p:sp>
        <p:nvSpPr>
          <p:cNvPr id="14" name="Content Placeholder 13">
            <a:extLst>
              <a:ext uri="{FF2B5EF4-FFF2-40B4-BE49-F238E27FC236}">
                <a16:creationId xmlns:a16="http://schemas.microsoft.com/office/drawing/2014/main" id="{120F1696-D68C-7FAC-13F0-43D5E21BD275}"/>
              </a:ext>
            </a:extLst>
          </p:cNvPr>
          <p:cNvSpPr>
            <a:spLocks noGrp="1"/>
          </p:cNvSpPr>
          <p:nvPr>
            <p:ph sz="quarter" idx="17"/>
          </p:nvPr>
        </p:nvSpPr>
        <p:spPr>
          <a:xfrm>
            <a:off x="392084" y="3048000"/>
            <a:ext cx="1755174" cy="3036094"/>
          </a:xfrm>
          <a:prstGeom prst="round2SameRect">
            <a:avLst>
              <a:gd name="adj1" fmla="val 0"/>
              <a:gd name="adj2" fmla="val 7132"/>
            </a:avLst>
          </a:prstGeom>
          <a:solidFill>
            <a:schemeClr val="bg1"/>
          </a:solidFill>
        </p:spPr>
        <p:txBody>
          <a:bodyPr lIns="180000" tIns="252000" rIns="180000" bIns="180000"/>
          <a:lstStyle>
            <a:lvl1pPr>
              <a:buClr>
                <a:schemeClr val="accent1"/>
              </a:buClr>
              <a:defRPr sz="1100"/>
            </a:lvl1pPr>
            <a:lvl2pPr>
              <a:buClr>
                <a:schemeClr val="accent1"/>
              </a:buClr>
              <a:defRPr sz="1100"/>
            </a:lvl2pPr>
            <a:lvl3pPr>
              <a:lnSpc>
                <a:spcPct val="90000"/>
              </a:lnSpc>
              <a:buClr>
                <a:schemeClr val="accent1"/>
              </a:buClr>
              <a:defRPr sz="2800"/>
            </a:lvl3pPr>
            <a:lvl4pPr>
              <a:lnSpc>
                <a:spcPct val="100000"/>
              </a:lnSpc>
              <a:buClr>
                <a:schemeClr val="accent1"/>
              </a:buClr>
              <a:defRPr sz="900"/>
            </a:lvl4pPr>
            <a:lvl5pPr>
              <a:lnSpc>
                <a:spcPct val="100000"/>
              </a:lnSpc>
              <a:buClr>
                <a:schemeClr val="accent1"/>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13">
            <a:extLst>
              <a:ext uri="{FF2B5EF4-FFF2-40B4-BE49-F238E27FC236}">
                <a16:creationId xmlns:a16="http://schemas.microsoft.com/office/drawing/2014/main" id="{B9B4C29B-D1A9-B054-9CF8-CE41A19F6A1A}"/>
              </a:ext>
            </a:extLst>
          </p:cNvPr>
          <p:cNvSpPr>
            <a:spLocks noGrp="1"/>
          </p:cNvSpPr>
          <p:nvPr>
            <p:ph sz="quarter" idx="18"/>
          </p:nvPr>
        </p:nvSpPr>
        <p:spPr>
          <a:xfrm>
            <a:off x="2324832" y="3048000"/>
            <a:ext cx="1755174" cy="3036094"/>
          </a:xfrm>
          <a:prstGeom prst="round2SameRect">
            <a:avLst>
              <a:gd name="adj1" fmla="val 0"/>
              <a:gd name="adj2" fmla="val 7132"/>
            </a:avLst>
          </a:prstGeom>
          <a:solidFill>
            <a:schemeClr val="bg1"/>
          </a:solidFill>
        </p:spPr>
        <p:txBody>
          <a:bodyPr lIns="180000" tIns="252000" rIns="180000" bIns="180000"/>
          <a:lstStyle>
            <a:lvl1pPr>
              <a:buClr>
                <a:schemeClr val="accent1"/>
              </a:buClr>
              <a:defRPr sz="1100"/>
            </a:lvl1pPr>
            <a:lvl2pPr>
              <a:buClr>
                <a:schemeClr val="accent1"/>
              </a:buClr>
              <a:defRPr sz="1100"/>
            </a:lvl2pPr>
            <a:lvl3pPr>
              <a:lnSpc>
                <a:spcPct val="90000"/>
              </a:lnSpc>
              <a:buClr>
                <a:schemeClr val="accent1"/>
              </a:buClr>
              <a:defRPr sz="2800"/>
            </a:lvl3pPr>
            <a:lvl4pPr>
              <a:lnSpc>
                <a:spcPct val="100000"/>
              </a:lnSpc>
              <a:buClr>
                <a:schemeClr val="accent1"/>
              </a:buClr>
              <a:defRPr sz="900"/>
            </a:lvl4pPr>
            <a:lvl5pPr>
              <a:lnSpc>
                <a:spcPct val="100000"/>
              </a:lnSpc>
              <a:buClr>
                <a:schemeClr val="accent1"/>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3">
            <a:extLst>
              <a:ext uri="{FF2B5EF4-FFF2-40B4-BE49-F238E27FC236}">
                <a16:creationId xmlns:a16="http://schemas.microsoft.com/office/drawing/2014/main" id="{9334E3C2-F1D0-6AC4-37D5-D42B7FB7A278}"/>
              </a:ext>
            </a:extLst>
          </p:cNvPr>
          <p:cNvSpPr>
            <a:spLocks noGrp="1"/>
          </p:cNvSpPr>
          <p:nvPr>
            <p:ph sz="quarter" idx="19"/>
          </p:nvPr>
        </p:nvSpPr>
        <p:spPr>
          <a:xfrm>
            <a:off x="4257580" y="3048000"/>
            <a:ext cx="1755174" cy="3036094"/>
          </a:xfrm>
          <a:prstGeom prst="round2SameRect">
            <a:avLst>
              <a:gd name="adj1" fmla="val 0"/>
              <a:gd name="adj2" fmla="val 7132"/>
            </a:avLst>
          </a:prstGeom>
          <a:solidFill>
            <a:schemeClr val="bg1"/>
          </a:solidFill>
        </p:spPr>
        <p:txBody>
          <a:bodyPr lIns="180000" tIns="252000" rIns="180000" bIns="180000"/>
          <a:lstStyle>
            <a:lvl1pPr>
              <a:buClr>
                <a:schemeClr val="accent1"/>
              </a:buClr>
              <a:defRPr sz="1100"/>
            </a:lvl1pPr>
            <a:lvl2pPr>
              <a:buClr>
                <a:schemeClr val="accent1"/>
              </a:buClr>
              <a:defRPr sz="1100"/>
            </a:lvl2pPr>
            <a:lvl3pPr>
              <a:lnSpc>
                <a:spcPct val="90000"/>
              </a:lnSpc>
              <a:buClr>
                <a:schemeClr val="accent1"/>
              </a:buClr>
              <a:defRPr sz="2800"/>
            </a:lvl3pPr>
            <a:lvl4pPr>
              <a:lnSpc>
                <a:spcPct val="100000"/>
              </a:lnSpc>
              <a:buClr>
                <a:schemeClr val="accent1"/>
              </a:buClr>
              <a:defRPr sz="900"/>
            </a:lvl4pPr>
            <a:lvl5pPr>
              <a:lnSpc>
                <a:spcPct val="100000"/>
              </a:lnSpc>
              <a:buClr>
                <a:schemeClr val="accent1"/>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13">
            <a:extLst>
              <a:ext uri="{FF2B5EF4-FFF2-40B4-BE49-F238E27FC236}">
                <a16:creationId xmlns:a16="http://schemas.microsoft.com/office/drawing/2014/main" id="{7C6EEC9F-B7DC-AEBB-B7F3-DB1421CEB182}"/>
              </a:ext>
            </a:extLst>
          </p:cNvPr>
          <p:cNvSpPr>
            <a:spLocks noGrp="1"/>
          </p:cNvSpPr>
          <p:nvPr>
            <p:ph sz="quarter" idx="20"/>
          </p:nvPr>
        </p:nvSpPr>
        <p:spPr>
          <a:xfrm>
            <a:off x="6190328" y="3048000"/>
            <a:ext cx="1755174" cy="3036094"/>
          </a:xfrm>
          <a:prstGeom prst="round2SameRect">
            <a:avLst>
              <a:gd name="adj1" fmla="val 0"/>
              <a:gd name="adj2" fmla="val 7132"/>
            </a:avLst>
          </a:prstGeom>
          <a:solidFill>
            <a:schemeClr val="bg1"/>
          </a:solidFill>
        </p:spPr>
        <p:txBody>
          <a:bodyPr lIns="180000" tIns="252000" rIns="180000" bIns="180000"/>
          <a:lstStyle>
            <a:lvl1pPr>
              <a:buClr>
                <a:schemeClr val="accent1"/>
              </a:buClr>
              <a:defRPr sz="1100"/>
            </a:lvl1pPr>
            <a:lvl2pPr>
              <a:buClr>
                <a:schemeClr val="accent1"/>
              </a:buClr>
              <a:defRPr sz="1100"/>
            </a:lvl2pPr>
            <a:lvl3pPr>
              <a:lnSpc>
                <a:spcPct val="90000"/>
              </a:lnSpc>
              <a:buClr>
                <a:schemeClr val="accent1"/>
              </a:buClr>
              <a:defRPr sz="2800"/>
            </a:lvl3pPr>
            <a:lvl4pPr>
              <a:lnSpc>
                <a:spcPct val="100000"/>
              </a:lnSpc>
              <a:buClr>
                <a:schemeClr val="accent1"/>
              </a:buClr>
              <a:defRPr sz="900"/>
            </a:lvl4pPr>
            <a:lvl5pPr>
              <a:lnSpc>
                <a:spcPct val="100000"/>
              </a:lnSpc>
              <a:buClr>
                <a:schemeClr val="accent1"/>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13">
            <a:extLst>
              <a:ext uri="{FF2B5EF4-FFF2-40B4-BE49-F238E27FC236}">
                <a16:creationId xmlns:a16="http://schemas.microsoft.com/office/drawing/2014/main" id="{FF0AA957-2C3B-560D-A6BD-F78224C9EDE0}"/>
              </a:ext>
            </a:extLst>
          </p:cNvPr>
          <p:cNvSpPr>
            <a:spLocks noGrp="1"/>
          </p:cNvSpPr>
          <p:nvPr>
            <p:ph sz="quarter" idx="21"/>
          </p:nvPr>
        </p:nvSpPr>
        <p:spPr>
          <a:xfrm>
            <a:off x="8123076" y="3048000"/>
            <a:ext cx="1755174" cy="3036094"/>
          </a:xfrm>
          <a:prstGeom prst="round2SameRect">
            <a:avLst>
              <a:gd name="adj1" fmla="val 0"/>
              <a:gd name="adj2" fmla="val 7132"/>
            </a:avLst>
          </a:prstGeom>
          <a:solidFill>
            <a:schemeClr val="bg1"/>
          </a:solidFill>
        </p:spPr>
        <p:txBody>
          <a:bodyPr lIns="180000" tIns="252000" rIns="180000" bIns="180000"/>
          <a:lstStyle>
            <a:lvl1pPr>
              <a:buClr>
                <a:schemeClr val="accent1"/>
              </a:buClr>
              <a:defRPr sz="1100"/>
            </a:lvl1pPr>
            <a:lvl2pPr>
              <a:buClr>
                <a:schemeClr val="accent1"/>
              </a:buClr>
              <a:defRPr sz="1100"/>
            </a:lvl2pPr>
            <a:lvl3pPr>
              <a:lnSpc>
                <a:spcPct val="90000"/>
              </a:lnSpc>
              <a:buClr>
                <a:schemeClr val="accent1"/>
              </a:buClr>
              <a:defRPr sz="2800"/>
            </a:lvl3pPr>
            <a:lvl4pPr>
              <a:lnSpc>
                <a:spcPct val="100000"/>
              </a:lnSpc>
              <a:buClr>
                <a:schemeClr val="accent1"/>
              </a:buClr>
              <a:defRPr sz="900"/>
            </a:lvl4pPr>
            <a:lvl5pPr>
              <a:lnSpc>
                <a:spcPct val="100000"/>
              </a:lnSpc>
              <a:buClr>
                <a:schemeClr val="accent1"/>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13">
            <a:extLst>
              <a:ext uri="{FF2B5EF4-FFF2-40B4-BE49-F238E27FC236}">
                <a16:creationId xmlns:a16="http://schemas.microsoft.com/office/drawing/2014/main" id="{70DD2AB2-D4ED-6C11-D9C2-D58766271871}"/>
              </a:ext>
            </a:extLst>
          </p:cNvPr>
          <p:cNvSpPr>
            <a:spLocks noGrp="1"/>
          </p:cNvSpPr>
          <p:nvPr>
            <p:ph sz="quarter" idx="22"/>
          </p:nvPr>
        </p:nvSpPr>
        <p:spPr>
          <a:xfrm>
            <a:off x="10055826" y="3048000"/>
            <a:ext cx="1755174" cy="3036094"/>
          </a:xfrm>
          <a:prstGeom prst="round2SameRect">
            <a:avLst>
              <a:gd name="adj1" fmla="val 0"/>
              <a:gd name="adj2" fmla="val 7132"/>
            </a:avLst>
          </a:prstGeom>
          <a:solidFill>
            <a:schemeClr val="bg1"/>
          </a:solidFill>
        </p:spPr>
        <p:txBody>
          <a:bodyPr lIns="180000" tIns="252000" rIns="180000" bIns="180000"/>
          <a:lstStyle>
            <a:lvl1pPr>
              <a:buClr>
                <a:schemeClr val="accent1"/>
              </a:buClr>
              <a:defRPr sz="1100"/>
            </a:lvl1pPr>
            <a:lvl2pPr>
              <a:buClr>
                <a:schemeClr val="accent1"/>
              </a:buClr>
              <a:defRPr sz="1100"/>
            </a:lvl2pPr>
            <a:lvl3pPr>
              <a:lnSpc>
                <a:spcPct val="90000"/>
              </a:lnSpc>
              <a:buClr>
                <a:schemeClr val="accent1"/>
              </a:buClr>
              <a:defRPr sz="2800"/>
            </a:lvl3pPr>
            <a:lvl4pPr>
              <a:lnSpc>
                <a:spcPct val="100000"/>
              </a:lnSpc>
              <a:buClr>
                <a:schemeClr val="accent1"/>
              </a:buClr>
              <a:defRPr sz="900"/>
            </a:lvl4pPr>
            <a:lvl5pPr>
              <a:lnSpc>
                <a:spcPct val="100000"/>
              </a:lnSpc>
              <a:buClr>
                <a:schemeClr val="accent1"/>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Picture Placeholder 19">
            <a:extLst>
              <a:ext uri="{FF2B5EF4-FFF2-40B4-BE49-F238E27FC236}">
                <a16:creationId xmlns:a16="http://schemas.microsoft.com/office/drawing/2014/main" id="{5965C64F-6C78-30DD-DA84-75708B51887D}"/>
              </a:ext>
            </a:extLst>
          </p:cNvPr>
          <p:cNvSpPr>
            <a:spLocks noGrp="1"/>
          </p:cNvSpPr>
          <p:nvPr>
            <p:ph type="pic" sz="quarter" idx="23"/>
          </p:nvPr>
        </p:nvSpPr>
        <p:spPr>
          <a:xfrm>
            <a:off x="392084" y="1812471"/>
            <a:ext cx="1756800" cy="1257300"/>
          </a:xfrm>
          <a:custGeom>
            <a:avLst/>
            <a:gdLst>
              <a:gd name="connsiteX0" fmla="*/ 108002 w 1756800"/>
              <a:gd name="connsiteY0" fmla="*/ 0 h 1257300"/>
              <a:gd name="connsiteX1" fmla="*/ 1648798 w 1756800"/>
              <a:gd name="connsiteY1" fmla="*/ 0 h 1257300"/>
              <a:gd name="connsiteX2" fmla="*/ 1756800 w 1756800"/>
              <a:gd name="connsiteY2" fmla="*/ 108002 h 1257300"/>
              <a:gd name="connsiteX3" fmla="*/ 1756800 w 1756800"/>
              <a:gd name="connsiteY3" fmla="*/ 1257300 h 1257300"/>
              <a:gd name="connsiteX4" fmla="*/ 0 w 1756800"/>
              <a:gd name="connsiteY4" fmla="*/ 1257300 h 1257300"/>
              <a:gd name="connsiteX5" fmla="*/ 0 w 1756800"/>
              <a:gd name="connsiteY5" fmla="*/ 108002 h 1257300"/>
              <a:gd name="connsiteX6" fmla="*/ 108002 w 1756800"/>
              <a:gd name="connsiteY6"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6800" h="1257300">
                <a:moveTo>
                  <a:pt x="108002" y="0"/>
                </a:moveTo>
                <a:lnTo>
                  <a:pt x="1648798" y="0"/>
                </a:lnTo>
                <a:cubicBezTo>
                  <a:pt x="1708446" y="0"/>
                  <a:pt x="1756800" y="48354"/>
                  <a:pt x="1756800" y="108002"/>
                </a:cubicBezTo>
                <a:lnTo>
                  <a:pt x="1756800" y="1257300"/>
                </a:lnTo>
                <a:lnTo>
                  <a:pt x="0" y="1257300"/>
                </a:lnTo>
                <a:lnTo>
                  <a:pt x="0" y="108002"/>
                </a:lnTo>
                <a:cubicBezTo>
                  <a:pt x="0" y="48354"/>
                  <a:pt x="48354" y="0"/>
                  <a:pt x="108002" y="0"/>
                </a:cubicBezTo>
                <a:close/>
              </a:path>
            </a:pathLst>
          </a:custGeom>
        </p:spPr>
        <p:txBody>
          <a:bodyPr wrap="square">
            <a:noAutofit/>
          </a:bodyPr>
          <a:lstStyle>
            <a:lvl1pPr>
              <a:buClr>
                <a:schemeClr val="accent1"/>
              </a:buClr>
              <a:defRPr/>
            </a:lvl1pPr>
          </a:lstStyle>
          <a:p>
            <a:r>
              <a:rPr lang="en-US"/>
              <a:t>Click icon to add picture</a:t>
            </a:r>
            <a:endParaRPr lang="en-GB"/>
          </a:p>
        </p:txBody>
      </p:sp>
      <p:sp>
        <p:nvSpPr>
          <p:cNvPr id="21" name="Picture Placeholder 20">
            <a:extLst>
              <a:ext uri="{FF2B5EF4-FFF2-40B4-BE49-F238E27FC236}">
                <a16:creationId xmlns:a16="http://schemas.microsoft.com/office/drawing/2014/main" id="{83256BB3-6D2E-92F8-9223-B929DCD8717E}"/>
              </a:ext>
            </a:extLst>
          </p:cNvPr>
          <p:cNvSpPr>
            <a:spLocks noGrp="1"/>
          </p:cNvSpPr>
          <p:nvPr>
            <p:ph type="pic" sz="quarter" idx="24"/>
          </p:nvPr>
        </p:nvSpPr>
        <p:spPr>
          <a:xfrm>
            <a:off x="2324507" y="1812471"/>
            <a:ext cx="1756800" cy="1257300"/>
          </a:xfrm>
          <a:custGeom>
            <a:avLst/>
            <a:gdLst>
              <a:gd name="connsiteX0" fmla="*/ 108002 w 1756800"/>
              <a:gd name="connsiteY0" fmla="*/ 0 h 1257300"/>
              <a:gd name="connsiteX1" fmla="*/ 1648798 w 1756800"/>
              <a:gd name="connsiteY1" fmla="*/ 0 h 1257300"/>
              <a:gd name="connsiteX2" fmla="*/ 1756800 w 1756800"/>
              <a:gd name="connsiteY2" fmla="*/ 108002 h 1257300"/>
              <a:gd name="connsiteX3" fmla="*/ 1756800 w 1756800"/>
              <a:gd name="connsiteY3" fmla="*/ 1257300 h 1257300"/>
              <a:gd name="connsiteX4" fmla="*/ 0 w 1756800"/>
              <a:gd name="connsiteY4" fmla="*/ 1257300 h 1257300"/>
              <a:gd name="connsiteX5" fmla="*/ 0 w 1756800"/>
              <a:gd name="connsiteY5" fmla="*/ 108002 h 1257300"/>
              <a:gd name="connsiteX6" fmla="*/ 108002 w 1756800"/>
              <a:gd name="connsiteY6"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6800" h="1257300">
                <a:moveTo>
                  <a:pt x="108002" y="0"/>
                </a:moveTo>
                <a:lnTo>
                  <a:pt x="1648798" y="0"/>
                </a:lnTo>
                <a:cubicBezTo>
                  <a:pt x="1708446" y="0"/>
                  <a:pt x="1756800" y="48354"/>
                  <a:pt x="1756800" y="108002"/>
                </a:cubicBezTo>
                <a:lnTo>
                  <a:pt x="1756800" y="1257300"/>
                </a:lnTo>
                <a:lnTo>
                  <a:pt x="0" y="1257300"/>
                </a:lnTo>
                <a:lnTo>
                  <a:pt x="0" y="108002"/>
                </a:lnTo>
                <a:cubicBezTo>
                  <a:pt x="0" y="48354"/>
                  <a:pt x="48354" y="0"/>
                  <a:pt x="108002" y="0"/>
                </a:cubicBezTo>
                <a:close/>
              </a:path>
            </a:pathLst>
          </a:custGeom>
        </p:spPr>
        <p:txBody>
          <a:bodyPr wrap="square">
            <a:noAutofit/>
          </a:bodyPr>
          <a:lstStyle>
            <a:lvl1pPr>
              <a:buClr>
                <a:schemeClr val="accent1"/>
              </a:buClr>
              <a:defRPr/>
            </a:lvl1pPr>
          </a:lstStyle>
          <a:p>
            <a:r>
              <a:rPr lang="en-US"/>
              <a:t>Click icon to add picture</a:t>
            </a:r>
            <a:endParaRPr lang="en-GB"/>
          </a:p>
        </p:txBody>
      </p:sp>
      <p:sp>
        <p:nvSpPr>
          <p:cNvPr id="22" name="Picture Placeholder 21">
            <a:extLst>
              <a:ext uri="{FF2B5EF4-FFF2-40B4-BE49-F238E27FC236}">
                <a16:creationId xmlns:a16="http://schemas.microsoft.com/office/drawing/2014/main" id="{CB424FE0-CAD9-FC05-10E0-6345782BA84B}"/>
              </a:ext>
            </a:extLst>
          </p:cNvPr>
          <p:cNvSpPr>
            <a:spLocks noGrp="1"/>
          </p:cNvSpPr>
          <p:nvPr>
            <p:ph type="pic" sz="quarter" idx="25"/>
          </p:nvPr>
        </p:nvSpPr>
        <p:spPr>
          <a:xfrm>
            <a:off x="4256930" y="1812471"/>
            <a:ext cx="1756800" cy="1257300"/>
          </a:xfrm>
          <a:custGeom>
            <a:avLst/>
            <a:gdLst>
              <a:gd name="connsiteX0" fmla="*/ 108002 w 1756800"/>
              <a:gd name="connsiteY0" fmla="*/ 0 h 1257300"/>
              <a:gd name="connsiteX1" fmla="*/ 1648798 w 1756800"/>
              <a:gd name="connsiteY1" fmla="*/ 0 h 1257300"/>
              <a:gd name="connsiteX2" fmla="*/ 1756800 w 1756800"/>
              <a:gd name="connsiteY2" fmla="*/ 108002 h 1257300"/>
              <a:gd name="connsiteX3" fmla="*/ 1756800 w 1756800"/>
              <a:gd name="connsiteY3" fmla="*/ 1257300 h 1257300"/>
              <a:gd name="connsiteX4" fmla="*/ 0 w 1756800"/>
              <a:gd name="connsiteY4" fmla="*/ 1257300 h 1257300"/>
              <a:gd name="connsiteX5" fmla="*/ 0 w 1756800"/>
              <a:gd name="connsiteY5" fmla="*/ 108002 h 1257300"/>
              <a:gd name="connsiteX6" fmla="*/ 108002 w 1756800"/>
              <a:gd name="connsiteY6"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6800" h="1257300">
                <a:moveTo>
                  <a:pt x="108002" y="0"/>
                </a:moveTo>
                <a:lnTo>
                  <a:pt x="1648798" y="0"/>
                </a:lnTo>
                <a:cubicBezTo>
                  <a:pt x="1708446" y="0"/>
                  <a:pt x="1756800" y="48354"/>
                  <a:pt x="1756800" y="108002"/>
                </a:cubicBezTo>
                <a:lnTo>
                  <a:pt x="1756800" y="1257300"/>
                </a:lnTo>
                <a:lnTo>
                  <a:pt x="0" y="1257300"/>
                </a:lnTo>
                <a:lnTo>
                  <a:pt x="0" y="108002"/>
                </a:lnTo>
                <a:cubicBezTo>
                  <a:pt x="0" y="48354"/>
                  <a:pt x="48354" y="0"/>
                  <a:pt x="108002" y="0"/>
                </a:cubicBezTo>
                <a:close/>
              </a:path>
            </a:pathLst>
          </a:custGeom>
        </p:spPr>
        <p:txBody>
          <a:bodyPr wrap="square">
            <a:noAutofit/>
          </a:bodyPr>
          <a:lstStyle>
            <a:lvl1pPr>
              <a:buClr>
                <a:schemeClr val="accent1"/>
              </a:buClr>
              <a:defRPr/>
            </a:lvl1pPr>
          </a:lstStyle>
          <a:p>
            <a:r>
              <a:rPr lang="en-US"/>
              <a:t>Click icon to add picture</a:t>
            </a:r>
            <a:endParaRPr lang="en-GB"/>
          </a:p>
        </p:txBody>
      </p:sp>
      <p:sp>
        <p:nvSpPr>
          <p:cNvPr id="23" name="Picture Placeholder 22">
            <a:extLst>
              <a:ext uri="{FF2B5EF4-FFF2-40B4-BE49-F238E27FC236}">
                <a16:creationId xmlns:a16="http://schemas.microsoft.com/office/drawing/2014/main" id="{14FD9D9F-FA13-0CD1-559D-731B7A24E6BD}"/>
              </a:ext>
            </a:extLst>
          </p:cNvPr>
          <p:cNvSpPr>
            <a:spLocks noGrp="1"/>
          </p:cNvSpPr>
          <p:nvPr>
            <p:ph type="pic" sz="quarter" idx="26"/>
          </p:nvPr>
        </p:nvSpPr>
        <p:spPr>
          <a:xfrm>
            <a:off x="6189353" y="1812471"/>
            <a:ext cx="1756800" cy="1257300"/>
          </a:xfrm>
          <a:custGeom>
            <a:avLst/>
            <a:gdLst>
              <a:gd name="connsiteX0" fmla="*/ 108002 w 1756800"/>
              <a:gd name="connsiteY0" fmla="*/ 0 h 1257300"/>
              <a:gd name="connsiteX1" fmla="*/ 1648798 w 1756800"/>
              <a:gd name="connsiteY1" fmla="*/ 0 h 1257300"/>
              <a:gd name="connsiteX2" fmla="*/ 1756800 w 1756800"/>
              <a:gd name="connsiteY2" fmla="*/ 108002 h 1257300"/>
              <a:gd name="connsiteX3" fmla="*/ 1756800 w 1756800"/>
              <a:gd name="connsiteY3" fmla="*/ 1257300 h 1257300"/>
              <a:gd name="connsiteX4" fmla="*/ 0 w 1756800"/>
              <a:gd name="connsiteY4" fmla="*/ 1257300 h 1257300"/>
              <a:gd name="connsiteX5" fmla="*/ 0 w 1756800"/>
              <a:gd name="connsiteY5" fmla="*/ 108002 h 1257300"/>
              <a:gd name="connsiteX6" fmla="*/ 108002 w 1756800"/>
              <a:gd name="connsiteY6"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6800" h="1257300">
                <a:moveTo>
                  <a:pt x="108002" y="0"/>
                </a:moveTo>
                <a:lnTo>
                  <a:pt x="1648798" y="0"/>
                </a:lnTo>
                <a:cubicBezTo>
                  <a:pt x="1708446" y="0"/>
                  <a:pt x="1756800" y="48354"/>
                  <a:pt x="1756800" y="108002"/>
                </a:cubicBezTo>
                <a:lnTo>
                  <a:pt x="1756800" y="1257300"/>
                </a:lnTo>
                <a:lnTo>
                  <a:pt x="0" y="1257300"/>
                </a:lnTo>
                <a:lnTo>
                  <a:pt x="0" y="108002"/>
                </a:lnTo>
                <a:cubicBezTo>
                  <a:pt x="0" y="48354"/>
                  <a:pt x="48354" y="0"/>
                  <a:pt x="108002" y="0"/>
                </a:cubicBezTo>
                <a:close/>
              </a:path>
            </a:pathLst>
          </a:custGeom>
        </p:spPr>
        <p:txBody>
          <a:bodyPr wrap="square">
            <a:noAutofit/>
          </a:bodyPr>
          <a:lstStyle>
            <a:lvl1pPr>
              <a:buClr>
                <a:schemeClr val="accent1"/>
              </a:buClr>
              <a:defRPr/>
            </a:lvl1pPr>
          </a:lstStyle>
          <a:p>
            <a:r>
              <a:rPr lang="en-US"/>
              <a:t>Click icon to add picture</a:t>
            </a:r>
            <a:endParaRPr lang="en-GB"/>
          </a:p>
        </p:txBody>
      </p:sp>
      <p:sp>
        <p:nvSpPr>
          <p:cNvPr id="24" name="Picture Placeholder 23">
            <a:extLst>
              <a:ext uri="{FF2B5EF4-FFF2-40B4-BE49-F238E27FC236}">
                <a16:creationId xmlns:a16="http://schemas.microsoft.com/office/drawing/2014/main" id="{1B397F66-6272-22FC-B09F-E291291EE944}"/>
              </a:ext>
            </a:extLst>
          </p:cNvPr>
          <p:cNvSpPr>
            <a:spLocks noGrp="1"/>
          </p:cNvSpPr>
          <p:nvPr>
            <p:ph type="pic" sz="quarter" idx="27"/>
          </p:nvPr>
        </p:nvSpPr>
        <p:spPr>
          <a:xfrm>
            <a:off x="8121776" y="1812471"/>
            <a:ext cx="1756800" cy="1257300"/>
          </a:xfrm>
          <a:custGeom>
            <a:avLst/>
            <a:gdLst>
              <a:gd name="connsiteX0" fmla="*/ 108002 w 1756800"/>
              <a:gd name="connsiteY0" fmla="*/ 0 h 1257300"/>
              <a:gd name="connsiteX1" fmla="*/ 1648798 w 1756800"/>
              <a:gd name="connsiteY1" fmla="*/ 0 h 1257300"/>
              <a:gd name="connsiteX2" fmla="*/ 1756800 w 1756800"/>
              <a:gd name="connsiteY2" fmla="*/ 108002 h 1257300"/>
              <a:gd name="connsiteX3" fmla="*/ 1756800 w 1756800"/>
              <a:gd name="connsiteY3" fmla="*/ 1257300 h 1257300"/>
              <a:gd name="connsiteX4" fmla="*/ 0 w 1756800"/>
              <a:gd name="connsiteY4" fmla="*/ 1257300 h 1257300"/>
              <a:gd name="connsiteX5" fmla="*/ 0 w 1756800"/>
              <a:gd name="connsiteY5" fmla="*/ 108002 h 1257300"/>
              <a:gd name="connsiteX6" fmla="*/ 108002 w 1756800"/>
              <a:gd name="connsiteY6"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6800" h="1257300">
                <a:moveTo>
                  <a:pt x="108002" y="0"/>
                </a:moveTo>
                <a:lnTo>
                  <a:pt x="1648798" y="0"/>
                </a:lnTo>
                <a:cubicBezTo>
                  <a:pt x="1708446" y="0"/>
                  <a:pt x="1756800" y="48354"/>
                  <a:pt x="1756800" y="108002"/>
                </a:cubicBezTo>
                <a:lnTo>
                  <a:pt x="1756800" y="1257300"/>
                </a:lnTo>
                <a:lnTo>
                  <a:pt x="0" y="1257300"/>
                </a:lnTo>
                <a:lnTo>
                  <a:pt x="0" y="108002"/>
                </a:lnTo>
                <a:cubicBezTo>
                  <a:pt x="0" y="48354"/>
                  <a:pt x="48354" y="0"/>
                  <a:pt x="108002" y="0"/>
                </a:cubicBezTo>
                <a:close/>
              </a:path>
            </a:pathLst>
          </a:custGeom>
        </p:spPr>
        <p:txBody>
          <a:bodyPr wrap="square">
            <a:noAutofit/>
          </a:bodyPr>
          <a:lstStyle>
            <a:lvl1pPr>
              <a:buClr>
                <a:schemeClr val="accent1"/>
              </a:buClr>
              <a:defRPr/>
            </a:lvl1pPr>
          </a:lstStyle>
          <a:p>
            <a:r>
              <a:rPr lang="en-US"/>
              <a:t>Click icon to add picture</a:t>
            </a:r>
            <a:endParaRPr lang="en-GB"/>
          </a:p>
        </p:txBody>
      </p:sp>
      <p:sp>
        <p:nvSpPr>
          <p:cNvPr id="25" name="Picture Placeholder 24">
            <a:extLst>
              <a:ext uri="{FF2B5EF4-FFF2-40B4-BE49-F238E27FC236}">
                <a16:creationId xmlns:a16="http://schemas.microsoft.com/office/drawing/2014/main" id="{69CE288C-2FB4-0E52-786A-D01A68EBAC90}"/>
              </a:ext>
            </a:extLst>
          </p:cNvPr>
          <p:cNvSpPr>
            <a:spLocks noGrp="1"/>
          </p:cNvSpPr>
          <p:nvPr>
            <p:ph type="pic" sz="quarter" idx="28"/>
          </p:nvPr>
        </p:nvSpPr>
        <p:spPr>
          <a:xfrm>
            <a:off x="10054200" y="1812471"/>
            <a:ext cx="1756800" cy="1257300"/>
          </a:xfrm>
          <a:custGeom>
            <a:avLst/>
            <a:gdLst>
              <a:gd name="connsiteX0" fmla="*/ 108002 w 1756800"/>
              <a:gd name="connsiteY0" fmla="*/ 0 h 1257300"/>
              <a:gd name="connsiteX1" fmla="*/ 1648798 w 1756800"/>
              <a:gd name="connsiteY1" fmla="*/ 0 h 1257300"/>
              <a:gd name="connsiteX2" fmla="*/ 1756800 w 1756800"/>
              <a:gd name="connsiteY2" fmla="*/ 108002 h 1257300"/>
              <a:gd name="connsiteX3" fmla="*/ 1756800 w 1756800"/>
              <a:gd name="connsiteY3" fmla="*/ 1257300 h 1257300"/>
              <a:gd name="connsiteX4" fmla="*/ 0 w 1756800"/>
              <a:gd name="connsiteY4" fmla="*/ 1257300 h 1257300"/>
              <a:gd name="connsiteX5" fmla="*/ 0 w 1756800"/>
              <a:gd name="connsiteY5" fmla="*/ 108002 h 1257300"/>
              <a:gd name="connsiteX6" fmla="*/ 108002 w 1756800"/>
              <a:gd name="connsiteY6"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6800" h="1257300">
                <a:moveTo>
                  <a:pt x="108002" y="0"/>
                </a:moveTo>
                <a:lnTo>
                  <a:pt x="1648798" y="0"/>
                </a:lnTo>
                <a:cubicBezTo>
                  <a:pt x="1708446" y="0"/>
                  <a:pt x="1756800" y="48354"/>
                  <a:pt x="1756800" y="108002"/>
                </a:cubicBezTo>
                <a:lnTo>
                  <a:pt x="1756800" y="1257300"/>
                </a:lnTo>
                <a:lnTo>
                  <a:pt x="0" y="1257300"/>
                </a:lnTo>
                <a:lnTo>
                  <a:pt x="0" y="108002"/>
                </a:lnTo>
                <a:cubicBezTo>
                  <a:pt x="0" y="48354"/>
                  <a:pt x="48354" y="0"/>
                  <a:pt x="108002" y="0"/>
                </a:cubicBezTo>
                <a:close/>
              </a:path>
            </a:pathLst>
          </a:custGeom>
        </p:spPr>
        <p:txBody>
          <a:bodyPr wrap="square">
            <a:noAutofit/>
          </a:bodyPr>
          <a:lstStyle>
            <a:lvl1pPr>
              <a:buClr>
                <a:schemeClr val="accent1"/>
              </a:buClr>
              <a:defRPr/>
            </a:lvl1pPr>
          </a:lstStyle>
          <a:p>
            <a:r>
              <a:rPr lang="en-US"/>
              <a:t>Click icon to add picture</a:t>
            </a:r>
            <a:endParaRPr lang="en-GB"/>
          </a:p>
        </p:txBody>
      </p:sp>
      <p:sp>
        <p:nvSpPr>
          <p:cNvPr id="2" name="Text Placeholder 5">
            <a:extLst>
              <a:ext uri="{FF2B5EF4-FFF2-40B4-BE49-F238E27FC236}">
                <a16:creationId xmlns:a16="http://schemas.microsoft.com/office/drawing/2014/main" id="{71854D53-D3B4-34AB-294E-7F354AB8D612}"/>
              </a:ext>
            </a:extLst>
          </p:cNvPr>
          <p:cNvSpPr>
            <a:spLocks noGrp="1"/>
          </p:cNvSpPr>
          <p:nvPr>
            <p:ph type="body" sz="quarter" idx="29" hasCustomPrompt="1"/>
          </p:nvPr>
        </p:nvSpPr>
        <p:spPr>
          <a:xfrm>
            <a:off x="381001" y="6096000"/>
            <a:ext cx="8762999" cy="381000"/>
          </a:xfrm>
        </p:spPr>
        <p:txBody>
          <a:bodyPr bIns="72000" anchor="b"/>
          <a:lstStyle>
            <a:lvl1pPr marL="0" indent="0">
              <a:lnSpc>
                <a:spcPct val="100000"/>
              </a:lnSpc>
              <a:spcBef>
                <a:spcPts val="0"/>
              </a:spcBef>
              <a:spcAft>
                <a:spcPts val="0"/>
              </a:spcAft>
              <a:buClr>
                <a:schemeClr val="accent1"/>
              </a:buClr>
              <a:buNone/>
              <a:defRPr sz="600" b="1">
                <a:solidFill>
                  <a:schemeClr val="accent1"/>
                </a:solidFill>
                <a:latin typeface="+mj-lt"/>
              </a:defRPr>
            </a:lvl1pPr>
            <a:lvl2pPr>
              <a:lnSpc>
                <a:spcPct val="100000"/>
              </a:lnSpc>
              <a:spcBef>
                <a:spcPts val="200"/>
              </a:spcBef>
              <a:spcAft>
                <a:spcPts val="0"/>
              </a:spcAft>
              <a:buClr>
                <a:schemeClr val="accent1"/>
              </a:buClr>
              <a:defRPr sz="600">
                <a:latin typeface="+mj-lt"/>
              </a:defRPr>
            </a:lvl2pPr>
            <a:lvl3pPr>
              <a:lnSpc>
                <a:spcPct val="100000"/>
              </a:lnSpc>
              <a:spcBef>
                <a:spcPts val="200"/>
              </a:spcBef>
              <a:spcAft>
                <a:spcPts val="0"/>
              </a:spcAft>
              <a:buClr>
                <a:schemeClr val="accent1"/>
              </a:buClr>
              <a:defRPr sz="600"/>
            </a:lvl3pPr>
            <a:lvl4pPr marL="90488" indent="-90488">
              <a:lnSpc>
                <a:spcPct val="100000"/>
              </a:lnSpc>
              <a:spcBef>
                <a:spcPts val="200"/>
              </a:spcBef>
              <a:spcAft>
                <a:spcPts val="0"/>
              </a:spcAft>
              <a:buClr>
                <a:schemeClr val="accent1"/>
              </a:buClr>
              <a:defRPr sz="600"/>
            </a:lvl4pPr>
            <a:lvl5pPr marL="90488" indent="-90488">
              <a:lnSpc>
                <a:spcPct val="100000"/>
              </a:lnSpc>
              <a:spcBef>
                <a:spcPts val="0"/>
              </a:spcBef>
              <a:spcAft>
                <a:spcPts val="0"/>
              </a:spcAft>
              <a:buClr>
                <a:schemeClr val="accent1"/>
              </a:buClr>
              <a:buFont typeface="+mj-lt"/>
              <a:buAutoNum type="arabicPeriod"/>
              <a:defRPr sz="600"/>
            </a:lvl5pPr>
          </a:lstStyle>
          <a:p>
            <a:pPr lvl="0"/>
            <a:r>
              <a:rPr lang="en-US"/>
              <a:t>Source: </a:t>
            </a:r>
          </a:p>
          <a:p>
            <a:pPr lvl="1"/>
            <a:r>
              <a:rPr lang="en-US"/>
              <a:t>Second level</a:t>
            </a:r>
          </a:p>
          <a:p>
            <a:pPr lvl="2"/>
            <a:r>
              <a:rPr lang="en-US"/>
              <a:t>Third level</a:t>
            </a:r>
          </a:p>
          <a:p>
            <a:pPr lvl="3"/>
            <a:r>
              <a:rPr lang="en-US"/>
              <a:t>Fourth level</a:t>
            </a:r>
          </a:p>
          <a:p>
            <a:pPr lvl="4"/>
            <a:r>
              <a:rPr lang="en-US"/>
              <a:t>Fifth level</a:t>
            </a:r>
            <a:endParaRPr lang="en-GB"/>
          </a:p>
        </p:txBody>
      </p:sp>
      <p:sp>
        <p:nvSpPr>
          <p:cNvPr id="3" name="Slide Number Placeholder 13">
            <a:extLst>
              <a:ext uri="{FF2B5EF4-FFF2-40B4-BE49-F238E27FC236}">
                <a16:creationId xmlns:a16="http://schemas.microsoft.com/office/drawing/2014/main" id="{A5C95460-0A33-9E9E-C10F-A57E5A29DFCE}"/>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19427810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e + Contact Details 02">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9D1A6A-EF00-B93C-941C-23AFA096FE66}"/>
              </a:ext>
            </a:extLst>
          </p:cNvPr>
          <p:cNvSpPr/>
          <p:nvPr/>
        </p:nvSpPr>
        <p:spPr>
          <a:xfrm>
            <a:off x="0" y="0"/>
            <a:ext cx="12192000" cy="6858000"/>
          </a:xfrm>
          <a:prstGeom prst="rect">
            <a:avLst/>
          </a:prstGeom>
          <a:solidFill>
            <a:schemeClr val="tx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13">
            <a:extLst>
              <a:ext uri="{FF2B5EF4-FFF2-40B4-BE49-F238E27FC236}">
                <a16:creationId xmlns:a16="http://schemas.microsoft.com/office/drawing/2014/main" id="{F44A464C-B259-FE7D-3EF4-B337E80E413E}"/>
              </a:ext>
            </a:extLst>
          </p:cNvPr>
          <p:cNvSpPr>
            <a:spLocks noGrp="1"/>
          </p:cNvSpPr>
          <p:nvPr>
            <p:ph type="title" hasCustomPrompt="1"/>
          </p:nvPr>
        </p:nvSpPr>
        <p:spPr>
          <a:xfrm>
            <a:off x="762000" y="895805"/>
            <a:ext cx="2878182" cy="365919"/>
          </a:xfrm>
        </p:spPr>
        <p:txBody>
          <a:bodyPr anchor="b"/>
          <a:lstStyle>
            <a:lvl1pPr>
              <a:defRPr sz="4000">
                <a:solidFill>
                  <a:schemeClr val="bg1"/>
                </a:solidFill>
              </a:defRPr>
            </a:lvl1pPr>
          </a:lstStyle>
          <a:p>
            <a:r>
              <a:rPr lang="en-US"/>
              <a:t>Contact</a:t>
            </a:r>
            <a:endParaRPr lang="en-GB"/>
          </a:p>
        </p:txBody>
      </p:sp>
      <p:sp>
        <p:nvSpPr>
          <p:cNvPr id="16" name="Content Placeholder 15">
            <a:extLst>
              <a:ext uri="{FF2B5EF4-FFF2-40B4-BE49-F238E27FC236}">
                <a16:creationId xmlns:a16="http://schemas.microsoft.com/office/drawing/2014/main" id="{31DD2D43-6BB8-1942-16D1-BC462873CC5B}"/>
              </a:ext>
            </a:extLst>
          </p:cNvPr>
          <p:cNvSpPr>
            <a:spLocks noGrp="1"/>
          </p:cNvSpPr>
          <p:nvPr>
            <p:ph sz="quarter" idx="10" hasCustomPrompt="1"/>
          </p:nvPr>
        </p:nvSpPr>
        <p:spPr>
          <a:xfrm>
            <a:off x="762000" y="1524000"/>
            <a:ext cx="3048000" cy="738188"/>
          </a:xfrm>
        </p:spPr>
        <p:txBody>
          <a:bodyPr/>
          <a:lstStyle>
            <a:lvl1pPr>
              <a:buClr>
                <a:schemeClr val="bg1"/>
              </a:buCl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buClr>
                <a:schemeClr val="bg1"/>
              </a:buClr>
              <a:defRPr>
                <a:solidFill>
                  <a:schemeClr val="bg1"/>
                </a:solidFill>
              </a:defRPr>
            </a:lvl8pPr>
            <a:lvl9pPr>
              <a:defRPr>
                <a:solidFill>
                  <a:schemeClr val="bg1"/>
                </a:solidFill>
              </a:defRPr>
            </a:lvl9pPr>
          </a:lstStyle>
          <a:p>
            <a:pPr lvl="0"/>
            <a:r>
              <a:rPr lang="en-US"/>
              <a:t>Level 1 Bullet 14pt Inter Light</a:t>
            </a:r>
          </a:p>
          <a:p>
            <a:pPr lvl="1"/>
            <a:r>
              <a:rPr lang="en-US"/>
              <a:t>Level 2 Body Copy 14pt Inter Light</a:t>
            </a:r>
          </a:p>
          <a:p>
            <a:pPr lvl="2"/>
            <a:r>
              <a:rPr lang="en-US"/>
              <a:t>Level 3 Subtitle 14pt Inter </a:t>
            </a:r>
            <a:r>
              <a:rPr lang="en-US" err="1"/>
              <a:t>SemiBold</a:t>
            </a:r>
            <a:endParaRPr lang="en-US"/>
          </a:p>
        </p:txBody>
      </p:sp>
    </p:spTree>
    <p:extLst>
      <p:ext uri="{BB962C8B-B14F-4D97-AF65-F5344CB8AC3E}">
        <p14:creationId xmlns:p14="http://schemas.microsoft.com/office/powerpoint/2010/main" val="41308990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Notice and Disclaimer">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A24FEF-2EBD-ECA1-100F-E9F235DD2603}"/>
              </a:ext>
            </a:extLst>
          </p:cNvPr>
          <p:cNvSpPr>
            <a:spLocks noGrp="1"/>
          </p:cNvSpPr>
          <p:nvPr>
            <p:ph type="sldNum" sz="quarter" idx="16"/>
          </p:nvPr>
        </p:nvSpPr>
        <p:spPr/>
        <p:txBody>
          <a:bodyPr/>
          <a:lstStyle/>
          <a:p>
            <a:fld id="{70F63544-3858-4327-B6B2-E49B7EA9EE60}" type="slidenum">
              <a:rPr lang="en-GB" smtClean="0"/>
              <a:pPr/>
              <a:t>‹#›</a:t>
            </a:fld>
            <a:endParaRPr lang="en-GB" dirty="0"/>
          </a:p>
        </p:txBody>
      </p:sp>
      <p:sp>
        <p:nvSpPr>
          <p:cNvPr id="6" name="Content Placeholder 1">
            <a:extLst>
              <a:ext uri="{FF2B5EF4-FFF2-40B4-BE49-F238E27FC236}">
                <a16:creationId xmlns:a16="http://schemas.microsoft.com/office/drawing/2014/main" id="{446D3965-AC1A-AFA3-5472-FEBE21941700}"/>
              </a:ext>
            </a:extLst>
          </p:cNvPr>
          <p:cNvSpPr>
            <a:spLocks noGrp="1"/>
          </p:cNvSpPr>
          <p:nvPr userDrawn="1"/>
        </p:nvSpPr>
        <p:spPr>
          <a:xfrm>
            <a:off x="381000" y="974734"/>
            <a:ext cx="11430001" cy="5336958"/>
          </a:xfrm>
          <a:prstGeom prst="rect">
            <a:avLst/>
          </a:prstGeom>
        </p:spPr>
        <p:txBody>
          <a:bodyPr vert="horz" lIns="0" tIns="0" rIns="0" bIns="0" numCol="2" spcCol="360000" rtlCol="0">
            <a:noAutofit/>
          </a:bodyPr>
          <a:lstStyle>
            <a:lvl1pPr marL="0" indent="0" algn="l" defTabSz="342900" rtl="0" eaLnBrk="1" latinLnBrk="0" hangingPunct="1">
              <a:lnSpc>
                <a:spcPct val="100000"/>
              </a:lnSpc>
              <a:spcBef>
                <a:spcPts val="0"/>
              </a:spcBef>
              <a:spcAft>
                <a:spcPts val="450"/>
              </a:spcAft>
              <a:buClr>
                <a:schemeClr val="accent2"/>
              </a:buClr>
              <a:buFont typeface="Inter 24pt Light" panose="02000503000000020004" pitchFamily="2" charset="0"/>
              <a:buNone/>
              <a:tabLst/>
              <a:defRPr sz="600" b="0" i="0" kern="1200">
                <a:solidFill>
                  <a:schemeClr val="bg2"/>
                </a:solidFill>
                <a:latin typeface="Inter 24pt 24pt Light" panose="02000503000000020004" pitchFamily="2" charset="0"/>
                <a:ea typeface="+mn-ea"/>
                <a:cs typeface="Inter 24pt 24pt Light" panose="02000503000000020004" pitchFamily="2" charset="0"/>
              </a:defRPr>
            </a:lvl1pPr>
            <a:lvl2pPr marL="172641" indent="0" algn="l" defTabSz="342900" rtl="0" eaLnBrk="1" latinLnBrk="0" hangingPunct="1">
              <a:lnSpc>
                <a:spcPct val="100000"/>
              </a:lnSpc>
              <a:spcBef>
                <a:spcPts val="0"/>
              </a:spcBef>
              <a:spcAft>
                <a:spcPts val="450"/>
              </a:spcAft>
              <a:buClr>
                <a:schemeClr val="accent2"/>
              </a:buClr>
              <a:buFont typeface="Inter 24pt Light" panose="02000503000000020004" pitchFamily="2" charset="0"/>
              <a:buNone/>
              <a:defRPr sz="600" b="0" i="0" kern="1200">
                <a:solidFill>
                  <a:schemeClr val="bg2"/>
                </a:solidFill>
                <a:latin typeface="Inter 24pt 24pt Light" panose="02000503000000020004" pitchFamily="2" charset="0"/>
                <a:ea typeface="+mn-ea"/>
                <a:cs typeface="Inter 24pt 24pt Light" panose="02000503000000020004" pitchFamily="2" charset="0"/>
              </a:defRPr>
            </a:lvl2pPr>
            <a:lvl3pPr marL="346472" indent="0" algn="l" defTabSz="342900" rtl="0" eaLnBrk="1" latinLnBrk="0" hangingPunct="1">
              <a:lnSpc>
                <a:spcPct val="100000"/>
              </a:lnSpc>
              <a:spcBef>
                <a:spcPts val="0"/>
              </a:spcBef>
              <a:spcAft>
                <a:spcPts val="450"/>
              </a:spcAft>
              <a:buClr>
                <a:schemeClr val="accent2"/>
              </a:buClr>
              <a:buFont typeface="Inter 24pt Light" panose="02000503000000020004" pitchFamily="2" charset="0"/>
              <a:buNone/>
              <a:defRPr sz="600" b="0" i="0" kern="1200">
                <a:solidFill>
                  <a:schemeClr val="bg2"/>
                </a:solidFill>
                <a:latin typeface="Inter 24pt 24pt Light" panose="02000503000000020004" pitchFamily="2" charset="0"/>
                <a:ea typeface="+mn-ea"/>
                <a:cs typeface="Inter 24pt 24pt Light" panose="02000503000000020004" pitchFamily="2" charset="0"/>
              </a:defRPr>
            </a:lvl3pPr>
            <a:lvl4pPr marL="510779" indent="0" algn="l" defTabSz="342900" rtl="0" eaLnBrk="1" latinLnBrk="0" hangingPunct="1">
              <a:lnSpc>
                <a:spcPct val="100000"/>
              </a:lnSpc>
              <a:spcBef>
                <a:spcPts val="0"/>
              </a:spcBef>
              <a:spcAft>
                <a:spcPts val="450"/>
              </a:spcAft>
              <a:buClr>
                <a:schemeClr val="accent2"/>
              </a:buClr>
              <a:buFont typeface="Inter 24pt Light" panose="02000503000000020004" pitchFamily="2" charset="0"/>
              <a:buNone/>
              <a:defRPr sz="600" b="0" i="0" kern="1200">
                <a:solidFill>
                  <a:schemeClr val="bg2"/>
                </a:solidFill>
                <a:latin typeface="Inter 24pt 24pt Light" panose="02000503000000020004" pitchFamily="2" charset="0"/>
                <a:ea typeface="+mn-ea"/>
                <a:cs typeface="Inter 24pt 24pt Light" panose="02000503000000020004" pitchFamily="2" charset="0"/>
              </a:defRPr>
            </a:lvl4pPr>
            <a:lvl5pPr marL="684609" indent="0" algn="l" defTabSz="342900" rtl="0" eaLnBrk="1" latinLnBrk="0" hangingPunct="1">
              <a:lnSpc>
                <a:spcPct val="100000"/>
              </a:lnSpc>
              <a:spcBef>
                <a:spcPts val="0"/>
              </a:spcBef>
              <a:spcAft>
                <a:spcPts val="450"/>
              </a:spcAft>
              <a:buClr>
                <a:schemeClr val="accent2"/>
              </a:buClr>
              <a:buFont typeface="Inter 24pt Light" panose="02000503000000020004" pitchFamily="2" charset="0"/>
              <a:buNone/>
              <a:defRPr sz="600" b="0" i="0" kern="1200">
                <a:solidFill>
                  <a:schemeClr val="bg2"/>
                </a:solidFill>
                <a:latin typeface="Inter 24pt 24pt Light" panose="02000503000000020004" pitchFamily="2" charset="0"/>
                <a:ea typeface="+mn-ea"/>
                <a:cs typeface="Inter 24pt 24pt Light" panose="02000503000000020004" pitchFamily="2" charset="0"/>
              </a:defRPr>
            </a:lvl5pPr>
            <a:lvl6pPr marL="1885950" indent="-171450" algn="l" defTabSz="342900" rtl="0" eaLnBrk="1" latinLnBrk="0" hangingPunct="1">
              <a:spcBef>
                <a:spcPct val="20000"/>
              </a:spcBef>
              <a:buFont typeface="Inter 24pt Light" panose="02000503000000020004" pitchFamily="2" charset="0"/>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Inter 24pt Light" panose="02000503000000020004" pitchFamily="2" charset="0"/>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Inter 24pt Light" panose="02000503000000020004" pitchFamily="2" charset="0"/>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Inter 24pt Light" panose="02000503000000020004" pitchFamily="2" charset="0"/>
              <a:buChar char="•"/>
              <a:defRPr sz="1500" kern="1200">
                <a:solidFill>
                  <a:schemeClr val="tx1"/>
                </a:solidFill>
                <a:latin typeface="+mn-lt"/>
                <a:ea typeface="+mn-ea"/>
                <a:cs typeface="+mn-cs"/>
              </a:defRPr>
            </a:lvl9pPr>
          </a:lstStyle>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The data, data feeds, databases, reports, text, graphs, charts, images, videos, recordings, models, metrics, analytics, indexes, ratings, scores, cases, estimates, assessments, software, websites, products, services and other information and materials contained herein or delivered in connection with this notice (collectively, the “Information”) are copyrighted, trade secrets (when not publicly available), trademarks and proprietary property of MSCI Inc. or its subsidiaries (collectively, “MSCI”), MSCI’s licensors, direct or indirect suppliers and authorized sources, and/or any third party contributing to the Information (collectively, with MSCI, the “Information Providers”). All rights in the Information are reserved by MSCI and its Information Providers and user(s) shall not, nor assist others to, challenge or assert any rights in the Information.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Unless you contact MSCI and receive its prior written permission, you must NOT use the Information, directly or indirectly, in whole or in part (</a:t>
            </a:r>
            <a:r>
              <a:rPr lang="en-US" sz="700" b="0" i="0" u="none" strike="noStrike" kern="1200" dirty="0" err="1">
                <a:solidFill>
                  <a:srgbClr val="000000"/>
                </a:solidFill>
                <a:effectLst/>
                <a:latin typeface="Inter 24pt 24pt Light" panose="02000503000000020004" pitchFamily="2" charset="0"/>
                <a:ea typeface="+mn-ea"/>
              </a:rPr>
              <a:t>i</a:t>
            </a:r>
            <a:r>
              <a:rPr lang="en-US" sz="700" b="0" i="0" u="none" strike="noStrike" kern="1200" dirty="0">
                <a:solidFill>
                  <a:srgbClr val="000000"/>
                </a:solidFill>
                <a:effectLst/>
                <a:latin typeface="Inter 24pt 24pt Light" panose="02000503000000020004" pitchFamily="2" charset="0"/>
                <a:ea typeface="+mn-ea"/>
              </a:rPr>
              <a:t>) for commercial purposes, (ii) in a manner that competes with MSCI or impacts its ability to commercialize the Information or its services, (iii) to provide a service to a third party, (iv) to permit a third party to directly or indirectly access, use or resell the Information, (v) to redistribute or resell the Information in any form, (vi) to include the Information in any materials for public dissemination such as fund factsheets, market presentations, prospectuses, and investor information documents (e.g. KIIDs or KIDs), (vii) to create or as a component of any financial products, whether listed or traded over the counter or on a private placement basis or otherwise, (viii) to create any indexes, ratings or other data products, including in derivative works combined with other indexes or data or as a policy, product or performance benchmarks for active, passive or other financial products, (ix) to populate a database, or (x) to train, use as an input to, or otherwise in connection with any artificial intelligence, machine learning, large language models or similar technologies except as licensed and expressly authorized under MSCI’s AI Contracting Supplement at </a:t>
            </a:r>
            <a:r>
              <a:rPr lang="en-US" sz="700" b="0" i="0" u="none" strike="noStrike" kern="1200" dirty="0">
                <a:solidFill>
                  <a:schemeClr val="accent1"/>
                </a:solidFill>
                <a:effectLst/>
                <a:latin typeface="Inter 24pt 24pt Light" panose="02000503000000020004" pitchFamily="2" charset="0"/>
                <a:ea typeface="+mn-ea"/>
                <a:hlinkClick r:id="rId2">
                  <a:extLst>
                    <a:ext uri="{A12FA001-AC4F-418D-AE19-62706E023703}">
                      <ahyp:hlinkClr xmlns:ahyp="http://schemas.microsoft.com/office/drawing/2018/hyperlinkcolor" val="tx"/>
                    </a:ext>
                  </a:extLst>
                </a:hlinkClick>
              </a:rPr>
              <a:t>https://</a:t>
            </a:r>
            <a:r>
              <a:rPr lang="en-US" sz="700" b="0" i="0" u="none" strike="noStrike" kern="1200" dirty="0" err="1">
                <a:solidFill>
                  <a:schemeClr val="accent1"/>
                </a:solidFill>
                <a:effectLst/>
                <a:latin typeface="Inter 24pt 24pt Light" panose="02000503000000020004" pitchFamily="2" charset="0"/>
                <a:ea typeface="+mn-ea"/>
                <a:hlinkClick r:id="rId2">
                  <a:extLst>
                    <a:ext uri="{A12FA001-AC4F-418D-AE19-62706E023703}">
                      <ahyp:hlinkClr xmlns:ahyp="http://schemas.microsoft.com/office/drawing/2018/hyperlinkcolor" val="tx"/>
                    </a:ext>
                  </a:extLst>
                </a:hlinkClick>
              </a:rPr>
              <a:t>www.msci.com</a:t>
            </a:r>
            <a:r>
              <a:rPr lang="en-US" sz="700" b="0" i="0" u="none" strike="noStrike" kern="1200" dirty="0">
                <a:solidFill>
                  <a:schemeClr val="accent1"/>
                </a:solidFill>
                <a:effectLst/>
                <a:latin typeface="Inter 24pt 24pt Light" panose="02000503000000020004" pitchFamily="2" charset="0"/>
                <a:ea typeface="+mn-ea"/>
                <a:hlinkClick r:id="rId2">
                  <a:extLst>
                    <a:ext uri="{A12FA001-AC4F-418D-AE19-62706E023703}">
                      <ahyp:hlinkClr xmlns:ahyp="http://schemas.microsoft.com/office/drawing/2018/hyperlinkcolor" val="tx"/>
                    </a:ext>
                  </a:extLst>
                </a:hlinkClick>
              </a:rPr>
              <a:t>/legal/supplemental-terms-for-client-use-of-artificial-intelligence</a:t>
            </a:r>
            <a:r>
              <a:rPr lang="en-US" sz="700" b="0" i="0" u="none" strike="noStrike" kern="1200" dirty="0">
                <a:solidFill>
                  <a:srgbClr val="000000"/>
                </a:solidFill>
                <a:effectLst/>
                <a:latin typeface="Inter 24pt 24pt Light" panose="02000503000000020004" pitchFamily="2" charset="0"/>
                <a:ea typeface="+mn-ea"/>
              </a:rPr>
              <a:t>.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The intellectual property rights of MSCI and its Information Providers may not be misappropriated or used in a competitive manner through the use of third-party data or financial products linked to the Information, including by using an MSCI index-linked future or option in a competing third-party index to provide an exposure to the underlying MSCI index or by using an MSCI index-linked ETF to create a financial product  that provides an exposure to the underlying MSCI index without obtaining a license from MSCI.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The user or recipient of the Information assumes the entire risk of any use it may make, permit or cause to be made of the Information. NONE OF THE INFORMATION PROVIDERS MAKES ANY EXPRESS OR IMPLIED WARRANTIES OR REPRESENTATIONS WITH RESPECT TO THE INFORMATION (OR THE RESULTS TO BE OBTAINED BY THE USE THEREOF), AND TO THE MAXIMUM EXTENT PERMITTED BY APPLICABLE LAW, EACH INFORMATION PROVIDER EXPRESSLY DISCLAIMS ALL IMPLIED WARRANTIES (INCLUDING ANY IMPLIED WARRANTIES OF ORIGINALITY, ACCURACY, TIMELINESS, SUITABILITY, NON-INFRINGEMENT, COMPLETENESS, MERCHANTABILITY AND FITNESS FOR A PARTICULAR PURPOSE) WITH RESPECT TO ANY OF THE INFORMATION. Without limiting any of the foregoing and to the maximum extent permitted by applicable law, in no event shall MSCI or any other Information Provider have any liability arising out of or relating to any of the Information, including for any direct, indirect, special, punitive, consequential (including lost profits) or any other damages, even if notified of the possibility of such damages. The foregoing shall not exclude or limit any liability that may not by applicable law be excluded or limited.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The Information, including index construction, ratings, historical data, or analysis, is not a prediction or guarantee of future performance, and must not be relied upon as such. Past performance is not indicative of future results. The Information may contain back tested data. Back-tested performance based on back-tested data is not actual performance but is hypothetical. There are frequently material differences between back tested performance results and actual results subsequently achieved by any investment strategy. The Information may include “Signals,” defined as quantitative attributes or the product of methods or formulas that describe or are derived from calculations using historical data. Signals are inherently backward-looking because of their use of historical data, and they are inherently inaccurate, not intended to predict the future and must not be relied upon as such. The relevance, correlations and accuracy of Signals frequently change materially over time.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The Information may include data relating to indicative prices, evaluated pricing or other information based on estimates or evaluations (collectively, “Evaluations”) that are not current and do not reflect real-time traded prices. No evaluation method, including those used by the Information Providers, may consistently generate evaluations or estimates that correspond to actual “traded” prices of any relevant securities or other assets. Evaluations are subject to change at any time without notice and without any duty to update or inform you, may not reflect prices at which actual transactions or collateral calls may occur or have occurred. The market price of securities, financial instruments, and other assets can be determined only if and when executed in the market. There may be no, or may not have been any, secondary trading market for the relevant securities, financial instruments or other assets. Private capital, equity, credit and other assets and their prices may be assessed infrequently, may not be priced on a secondary market, and shall not be relied upon as an explicit or implicit valuation of a particular instrument. Any reliance on fair value estimates and non-market inputs introduces potential biases and subjectivity. Internal Rate of Return metrics are not fully representative without full disclosure of fund cash flows, assumptions, and time horizons.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The Information does not constitute, and must not be relied upon as, investment advice, credit ratings, or proxy advisory or voting services. None of the Information Providers, their products or services, are fiduciaries or make any recommendation, endorsement, or approval of any investment decision or asset allocation. Likewise, the Information does not represent an offer to sell, a solicitation to buy, or an endorsement of any security, financial product, instrument, investment vehicle, or trading strategy, whether or not linked to or in any way based on any MSCI index, rating, subcomponent, or other Information (collectively, “Linked Investments”).The Information should not be relied on and is not a substitute for the skill, judgment and experience of any user when making investment and other business decisions. MSCI is not responsible for any user’s compliance with applicable laws and regulations. All Information is impersonal, not tailored to the needs of any person, entity or group of persons, not objectively verifiable in every respect, and may not be based on information that is important to any user.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It is not possible to invest in an index. Exposure to an asset class or trading strategy or other category represented by an index is only available through third party investable instruments (if any) based on that index. MSCI makes no assurance that any Linked Investments will accurately track index performance or provide positive investment returns. Index returns do not represent results of actual trading of investible assets/securities. MSCI maintains and calculates indexes but does not manage assets. The calculation of indexes and index returns may deviate from the stated methodology. Index returns do not reflect payment of any sales charges or fees an investor may pay to purchase securities underlying the index or Linked Investments. The imposition of these fees and charges would cause the performance of a Linked Investment to be different than the MSCI index performance.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Information provided by MSCI Solutions LLC and certain related entities (“MSCI Solutions”), including materials utilized in MSCI sustainability and climate products, have not been submitted to, nor received approval from any regulatory body. MSCI sustainability and climate offerings, research and data are produced by, and ratings are solely the opinion of MSCI Solutions. Other MSCI products and services may utilize information from MSCI Solutions, Barra LLC or other affiliates. More information can be found in the relevant methodologies on </a:t>
            </a:r>
            <a:r>
              <a:rPr lang="en-US" sz="700" b="0" i="0" u="none" strike="noStrike" kern="1200" dirty="0">
                <a:solidFill>
                  <a:schemeClr val="accent1"/>
                </a:solidFill>
                <a:effectLst/>
                <a:latin typeface="Inter 24pt 24pt Light" panose="02000503000000020004" pitchFamily="2" charset="0"/>
                <a:ea typeface="+mn-ea"/>
                <a:hlinkClick r:id="rId3">
                  <a:extLst>
                    <a:ext uri="{A12FA001-AC4F-418D-AE19-62706E023703}">
                      <ahyp:hlinkClr xmlns:ahyp="http://schemas.microsoft.com/office/drawing/2018/hyperlinkcolor" val="tx"/>
                    </a:ext>
                  </a:extLst>
                </a:hlinkClick>
              </a:rPr>
              <a:t>www.msci.com</a:t>
            </a:r>
            <a:r>
              <a:rPr lang="en-US" sz="700" b="0" i="0" u="none" strike="noStrike" kern="1200" dirty="0">
                <a:solidFill>
                  <a:srgbClr val="000000"/>
                </a:solidFill>
                <a:effectLst/>
                <a:latin typeface="Inter 24pt 24pt Light" panose="02000503000000020004" pitchFamily="2" charset="0"/>
                <a:ea typeface="+mn-ea"/>
              </a:rPr>
              <a:t>. MSCI Indexes are administered by MSCI Limited (UK) and MSCI Deutschland GmbH. No regulated use of any MSCI private real assets indexes in any jurisdiction is permitted without MSCI’s express written authorization. The process for applying for MSCI’s express written authorization can be found at: </a:t>
            </a:r>
            <a:r>
              <a:rPr lang="en-US" sz="700" b="0" i="0" u="none" strike="noStrike" kern="1200" dirty="0">
                <a:solidFill>
                  <a:schemeClr val="accent1"/>
                </a:solidFill>
                <a:effectLst/>
                <a:latin typeface="Inter 24pt 24pt Light" panose="02000503000000020004" pitchFamily="2" charset="0"/>
                <a:ea typeface="+mn-ea"/>
                <a:hlinkClick r:id="rId4">
                  <a:extLst>
                    <a:ext uri="{A12FA001-AC4F-418D-AE19-62706E023703}">
                      <ahyp:hlinkClr xmlns:ahyp="http://schemas.microsoft.com/office/drawing/2018/hyperlinkcolor" val="tx"/>
                    </a:ext>
                  </a:extLst>
                </a:hlinkClick>
              </a:rPr>
              <a:t>https://</a:t>
            </a:r>
            <a:r>
              <a:rPr lang="en-US" sz="700" b="0" i="0" u="none" strike="noStrike" kern="1200" dirty="0" err="1">
                <a:solidFill>
                  <a:schemeClr val="accent1"/>
                </a:solidFill>
                <a:effectLst/>
                <a:latin typeface="Inter 24pt 24pt Light" panose="02000503000000020004" pitchFamily="2" charset="0"/>
                <a:ea typeface="+mn-ea"/>
                <a:hlinkClick r:id="rId4">
                  <a:extLst>
                    <a:ext uri="{A12FA001-AC4F-418D-AE19-62706E023703}">
                      <ahyp:hlinkClr xmlns:ahyp="http://schemas.microsoft.com/office/drawing/2018/hyperlinkcolor" val="tx"/>
                    </a:ext>
                  </a:extLst>
                </a:hlinkClick>
              </a:rPr>
              <a:t>www.msci.com</a:t>
            </a:r>
            <a:r>
              <a:rPr lang="en-US" sz="700" b="0" i="0" u="none" strike="noStrike" kern="1200" dirty="0">
                <a:solidFill>
                  <a:schemeClr val="accent1"/>
                </a:solidFill>
                <a:effectLst/>
                <a:latin typeface="Inter 24pt 24pt Light" panose="02000503000000020004" pitchFamily="2" charset="0"/>
                <a:ea typeface="+mn-ea"/>
                <a:hlinkClick r:id="rId4">
                  <a:extLst>
                    <a:ext uri="{A12FA001-AC4F-418D-AE19-62706E023703}">
                      <ahyp:hlinkClr xmlns:ahyp="http://schemas.microsoft.com/office/drawing/2018/hyperlinkcolor" val="tx"/>
                    </a:ext>
                  </a:extLst>
                </a:hlinkClick>
              </a:rPr>
              <a:t>/index-regulation</a:t>
            </a:r>
            <a:r>
              <a:rPr lang="en-US" sz="700" b="0" i="0" u="none" strike="noStrike" kern="1200" dirty="0">
                <a:solidFill>
                  <a:srgbClr val="000000"/>
                </a:solidFill>
                <a:effectLst/>
                <a:latin typeface="Inter 24pt 24pt Light" panose="02000503000000020004" pitchFamily="2" charset="0"/>
                <a:ea typeface="+mn-ea"/>
              </a:rPr>
              <a:t>.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MSCI receives compensation in connection with licensing its indexes and other Information to third parties.  MSCI Inc.’s revenue includes fees based on assets in Linked Investments. Information can be found in MSCI Inc.’s company filings on the Investor Relations section of </a:t>
            </a:r>
            <a:r>
              <a:rPr lang="en-US" sz="700" b="0" i="0" u="none" strike="noStrike" kern="1200" dirty="0" err="1">
                <a:solidFill>
                  <a:srgbClr val="000000"/>
                </a:solidFill>
                <a:effectLst/>
                <a:latin typeface="Inter 24pt 24pt Light" panose="02000503000000020004" pitchFamily="2" charset="0"/>
                <a:ea typeface="+mn-ea"/>
              </a:rPr>
              <a:t>msci.com</a:t>
            </a:r>
            <a:r>
              <a:rPr lang="en-US" sz="700" b="0" i="0" u="none" strike="noStrike" kern="1200" dirty="0">
                <a:solidFill>
                  <a:srgbClr val="000000"/>
                </a:solidFill>
                <a:effectLst/>
                <a:latin typeface="Inter 24pt 24pt Light" panose="02000503000000020004" pitchFamily="2" charset="0"/>
                <a:ea typeface="+mn-ea"/>
              </a:rPr>
              <a:t>. Issuers mentioned in MSCI Solutions materials or their affiliates may purchase research or other products or services from one or more MSCI affiliates, manage financial products such as mutual funds or ETFs rated by MSCI Solutions or its affiliates or are based on MSCI Indexes. Constituents of MSCI equity indexes are listed companies, which are included in or excluded from the indexes according to the application of the relevant index methodologies. Constituents in MSCI Inc. equity indexes may include MSCI Inc., clients of MSCI or suppliers to MSCI. MSCI Solutions has taken steps to mitigate potential conflicts of interest and safeguard the integrity and independence of its research and ratings.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MIFID2/MIFIR notice: MSCI Solutions does not distribute or act as an intermediary for financial instruments or structured deposits, nor does it deal on its own account, provide execution services for others or manage client accounts. No MSCI product or service supports, promotes or is intended to support or promote any such activity. MSCI Solutions is an independent provider of sustainability and climate data. All use of indicative prices for carbon credits must comply with any rules specified by MSCI. All transactions in carbon credits must be traded “over-the-counter” (i.e. not on a regulated market, trading venue or platform that performs a similar function to a trading venue) and result in physical delivery of the carbon credits.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You may not remove, alter, or obscure any attribution to MSCI or notices or disclaimers that apply to the Information. MSCI, Barra, </a:t>
            </a:r>
            <a:r>
              <a:rPr lang="en-US" sz="700" b="0" i="0" u="none" strike="noStrike" kern="1200" dirty="0" err="1">
                <a:solidFill>
                  <a:srgbClr val="000000"/>
                </a:solidFill>
                <a:effectLst/>
                <a:latin typeface="Inter 24pt 24pt Light" panose="02000503000000020004" pitchFamily="2" charset="0"/>
                <a:ea typeface="+mn-ea"/>
              </a:rPr>
              <a:t>RiskMetrics</a:t>
            </a:r>
            <a:r>
              <a:rPr lang="en-US" sz="700" b="0" i="0" u="none" strike="noStrike" kern="1200" dirty="0">
                <a:solidFill>
                  <a:srgbClr val="000000"/>
                </a:solidFill>
                <a:effectLst/>
                <a:latin typeface="Inter 24pt 24pt Light" panose="02000503000000020004" pitchFamily="2" charset="0"/>
                <a:ea typeface="+mn-ea"/>
              </a:rPr>
              <a:t>, and other MSCI brands and product names are the trademarks, service marks, or registered trademarks of MSCI or its subsidiaries in the United States and other jurisdictions. The Global Industry Classification Standard (GICS) was developed by and is the exclusive property of MSCI and S&amp;P Dow Jones Indices. “Global Industry Classification Standard (GICS)” is a service mark of MSCI and S&amp;P Dow Jones Indices. Terms such as including, includes, for example, such as and similar terms used herein are without limitation.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MSCI and its Information Providers may use automated technologies and artificial intelligence to help generate content and output incorporated in the Information. </a:t>
            </a:r>
          </a:p>
          <a:p>
            <a:pPr algn="l" rtl="0" fontAlgn="base">
              <a:lnSpc>
                <a:spcPct val="98000"/>
              </a:lnSpc>
              <a:spcAft>
                <a:spcPts val="500"/>
              </a:spcAft>
              <a:buNone/>
            </a:pPr>
            <a:r>
              <a:rPr lang="en-US" sz="700" b="0" i="0" u="none" strike="noStrike" kern="1200" dirty="0">
                <a:solidFill>
                  <a:srgbClr val="000000"/>
                </a:solidFill>
                <a:effectLst/>
                <a:latin typeface="Inter 24pt 24pt Light" panose="02000503000000020004" pitchFamily="2" charset="0"/>
                <a:ea typeface="+mn-ea"/>
              </a:rPr>
              <a:t>Privacy notice: For information about how MSCI collects and uses personal data, please refer to our Privacy Notice at: </a:t>
            </a:r>
            <a:r>
              <a:rPr lang="en-US" sz="700" b="0" i="0" u="none" strike="noStrike" kern="1200" dirty="0">
                <a:solidFill>
                  <a:srgbClr val="0626A9"/>
                </a:solidFill>
                <a:effectLst/>
                <a:latin typeface="Inter 24pt 24pt Light" panose="02000503000000020004" pitchFamily="2" charset="0"/>
                <a:ea typeface="+mn-ea"/>
                <a:hlinkClick r:id="rId5">
                  <a:extLst>
                    <a:ext uri="{A12FA001-AC4F-418D-AE19-62706E023703}">
                      <ahyp:hlinkClr xmlns:ahyp="http://schemas.microsoft.com/office/drawing/2018/hyperlinkcolor" val="tx"/>
                    </a:ext>
                  </a:extLst>
                </a:hlinkClick>
              </a:rPr>
              <a:t>https://</a:t>
            </a:r>
            <a:r>
              <a:rPr lang="en-US" sz="700" b="0" i="0" u="none" strike="noStrike" kern="1200" dirty="0" err="1">
                <a:solidFill>
                  <a:srgbClr val="0626A9"/>
                </a:solidFill>
                <a:effectLst/>
                <a:latin typeface="Inter 24pt 24pt Light" panose="02000503000000020004" pitchFamily="2" charset="0"/>
                <a:ea typeface="+mn-ea"/>
                <a:hlinkClick r:id="rId5">
                  <a:extLst>
                    <a:ext uri="{A12FA001-AC4F-418D-AE19-62706E023703}">
                      <ahyp:hlinkClr xmlns:ahyp="http://schemas.microsoft.com/office/drawing/2018/hyperlinkcolor" val="tx"/>
                    </a:ext>
                  </a:extLst>
                </a:hlinkClick>
              </a:rPr>
              <a:t>www.msci.com</a:t>
            </a:r>
            <a:r>
              <a:rPr lang="en-US" sz="700" b="0" i="0" u="none" strike="noStrike" kern="1200" dirty="0">
                <a:solidFill>
                  <a:schemeClr val="accent1"/>
                </a:solidFill>
                <a:effectLst/>
                <a:latin typeface="Inter 24pt 24pt Light" panose="02000503000000020004" pitchFamily="2" charset="0"/>
                <a:ea typeface="+mn-ea"/>
                <a:hlinkClick r:id="rId5">
                  <a:extLst>
                    <a:ext uri="{A12FA001-AC4F-418D-AE19-62706E023703}">
                      <ahyp:hlinkClr xmlns:ahyp="http://schemas.microsoft.com/office/drawing/2018/hyperlinkcolor" val="tx"/>
                    </a:ext>
                  </a:extLst>
                </a:hlinkClick>
              </a:rPr>
              <a:t>/privacy-pledge</a:t>
            </a:r>
            <a:r>
              <a:rPr lang="en-US" sz="700" b="0" i="0" u="none" strike="noStrike" kern="1200" dirty="0">
                <a:solidFill>
                  <a:srgbClr val="000000"/>
                </a:solidFill>
                <a:effectLst/>
                <a:latin typeface="Inter 24pt 24pt Light" panose="02000503000000020004" pitchFamily="2" charset="0"/>
                <a:ea typeface="+mn-ea"/>
              </a:rPr>
              <a:t>. For copyright infringement claims contact us at </a:t>
            </a:r>
            <a:r>
              <a:rPr lang="en-US" sz="700" b="0" i="0" u="none" strike="noStrike" kern="1200" dirty="0" err="1">
                <a:solidFill>
                  <a:srgbClr val="000000"/>
                </a:solidFill>
                <a:effectLst/>
                <a:latin typeface="Inter 24pt 24pt Light" panose="02000503000000020004" pitchFamily="2" charset="0"/>
                <a:ea typeface="+mn-ea"/>
              </a:rPr>
              <a:t>dmca@msci.com</a:t>
            </a:r>
            <a:r>
              <a:rPr lang="en-US" sz="700" b="0" i="0" u="none" strike="noStrike" kern="1200" dirty="0">
                <a:solidFill>
                  <a:srgbClr val="000000"/>
                </a:solidFill>
                <a:effectLst/>
                <a:latin typeface="Inter 24pt 24pt Light" panose="02000503000000020004" pitchFamily="2" charset="0"/>
                <a:ea typeface="+mn-ea"/>
              </a:rPr>
              <a:t>. This notice is governed by the laws of the State of New York without regard to conflict of laws principles </a:t>
            </a:r>
          </a:p>
        </p:txBody>
      </p:sp>
      <p:sp>
        <p:nvSpPr>
          <p:cNvPr id="8" name="TextBox 7">
            <a:extLst>
              <a:ext uri="{FF2B5EF4-FFF2-40B4-BE49-F238E27FC236}">
                <a16:creationId xmlns:a16="http://schemas.microsoft.com/office/drawing/2014/main" id="{70A1397C-1829-9D71-0A75-B49FF8B01495}"/>
              </a:ext>
            </a:extLst>
          </p:cNvPr>
          <p:cNvSpPr txBox="1"/>
          <p:nvPr userDrawn="1"/>
        </p:nvSpPr>
        <p:spPr>
          <a:xfrm>
            <a:off x="281354" y="298940"/>
            <a:ext cx="4396153" cy="553998"/>
          </a:xfrm>
          <a:prstGeom prst="rect">
            <a:avLst/>
          </a:prstGeom>
          <a:noFill/>
        </p:spPr>
        <p:txBody>
          <a:bodyPr wrap="square" rtlCol="0">
            <a:spAutoFit/>
          </a:bodyPr>
          <a:lstStyle/>
          <a:p>
            <a:r>
              <a:rPr kumimoji="0" lang="en-US" sz="3000" b="0" i="0" u="none" strike="noStrike" kern="1200" cap="none" spc="-100" normalizeH="0" baseline="0" noProof="0" dirty="0">
                <a:ln>
                  <a:noFill/>
                </a:ln>
                <a:solidFill>
                  <a:srgbClr val="1A3FD6"/>
                </a:solidFill>
                <a:effectLst/>
                <a:uLnTx/>
                <a:uFillTx/>
                <a:latin typeface="Inter 24pt 24pt SemiBold" panose="02000503000000020004" pitchFamily="2" charset="0"/>
                <a:ea typeface="+mj-ea"/>
                <a:cs typeface="+mj-cs"/>
              </a:rPr>
              <a:t>Notice and Disclaimer</a:t>
            </a:r>
            <a:endParaRPr lang="en-GB" dirty="0"/>
          </a:p>
        </p:txBody>
      </p:sp>
    </p:spTree>
    <p:extLst>
      <p:ext uri="{BB962C8B-B14F-4D97-AF65-F5344CB8AC3E}">
        <p14:creationId xmlns:p14="http://schemas.microsoft.com/office/powerpoint/2010/main" val="25826158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A3E490-4FFF-FE5F-A0AD-B557BCC03DED}"/>
              </a:ext>
            </a:extLst>
          </p:cNvPr>
          <p:cNvSpPr>
            <a:spLocks noGrp="1"/>
          </p:cNvSpPr>
          <p:nvPr>
            <p:ph type="title"/>
          </p:nvPr>
        </p:nvSpPr>
        <p:spPr>
          <a:xfrm>
            <a:off x="380999" y="761997"/>
            <a:ext cx="7238999" cy="340881"/>
          </a:xfrm>
          <a:prstGeom prst="rect">
            <a:avLst/>
          </a:prstGeom>
        </p:spPr>
        <p:txBody>
          <a:bodyPr vert="horz" lIns="0" tIns="0" rIns="0" bIns="0" rtlCol="0" anchor="t">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B110C11-8E49-52FE-89DA-904868F08ABB}"/>
              </a:ext>
            </a:extLst>
          </p:cNvPr>
          <p:cNvSpPr>
            <a:spLocks noGrp="1"/>
          </p:cNvSpPr>
          <p:nvPr>
            <p:ph type="body" idx="1"/>
          </p:nvPr>
        </p:nvSpPr>
        <p:spPr>
          <a:xfrm>
            <a:off x="380999" y="1524001"/>
            <a:ext cx="11430002" cy="4572000"/>
          </a:xfrm>
          <a:prstGeom prst="rect">
            <a:avLst/>
          </a:prstGeom>
        </p:spPr>
        <p:txBody>
          <a:bodyPr vert="horz" lIns="0" tIns="0" rIns="0" bIns="0" rtlCol="0">
            <a:noAutofit/>
          </a:bodyPr>
          <a:lstStyle/>
          <a:p>
            <a:pPr lvl="0"/>
            <a:r>
              <a:rPr lang="en-US" dirty="0"/>
              <a:t>Level 1 Bullet 16pt Inter </a:t>
            </a:r>
            <a:r>
              <a:rPr lang="en-US" dirty="0" err="1"/>
              <a:t>SemiBold</a:t>
            </a:r>
            <a:endParaRPr lang="en-US" dirty="0"/>
          </a:p>
          <a:p>
            <a:pPr lvl="1"/>
            <a:r>
              <a:rPr lang="en-US" dirty="0"/>
              <a:t>Level 2 Body Copy 14pt Inter</a:t>
            </a:r>
          </a:p>
          <a:p>
            <a:pPr lvl="2"/>
            <a:r>
              <a:rPr lang="en-US" dirty="0"/>
              <a:t>Level 3 Subtitle 14pt Inter Light</a:t>
            </a:r>
          </a:p>
          <a:p>
            <a:pPr lvl="3"/>
            <a:r>
              <a:rPr lang="en-US" dirty="0"/>
              <a:t>Level 4 Bullet 12pt Inter Light</a:t>
            </a:r>
          </a:p>
          <a:p>
            <a:pPr lvl="4"/>
            <a:r>
              <a:rPr lang="en-US" dirty="0"/>
              <a:t>Level 5 Body Copy 12pt Inter Light</a:t>
            </a:r>
          </a:p>
          <a:p>
            <a:pPr lvl="5"/>
            <a:r>
              <a:rPr lang="en-US" dirty="0"/>
              <a:t>Level 6 subheading</a:t>
            </a:r>
          </a:p>
          <a:p>
            <a:pPr lvl="6"/>
            <a:r>
              <a:rPr lang="en-US" dirty="0"/>
              <a:t>Level 7 Small Body Copy 10pt Inter</a:t>
            </a:r>
          </a:p>
          <a:p>
            <a:pPr lvl="7"/>
            <a:r>
              <a:rPr lang="en-US" dirty="0"/>
              <a:t>Level 8 Small Body Copy 10pt Inter</a:t>
            </a:r>
          </a:p>
          <a:p>
            <a:pPr lvl="8"/>
            <a:r>
              <a:rPr lang="en-US" dirty="0"/>
              <a:t>Level 9 Emphasis Copy 18pt Inter Semibold</a:t>
            </a:r>
          </a:p>
          <a:p>
            <a:pPr lvl="8"/>
            <a:endParaRPr lang="en-GB" dirty="0"/>
          </a:p>
          <a:p>
            <a:pPr lvl="4"/>
            <a:endParaRPr lang="en-GB" dirty="0"/>
          </a:p>
        </p:txBody>
      </p:sp>
      <p:sp>
        <p:nvSpPr>
          <p:cNvPr id="5" name="TextBox 4">
            <a:extLst>
              <a:ext uri="{FF2B5EF4-FFF2-40B4-BE49-F238E27FC236}">
                <a16:creationId xmlns:a16="http://schemas.microsoft.com/office/drawing/2014/main" id="{78DFB62F-7B3D-A570-7DAE-E2ED5382F951}"/>
              </a:ext>
            </a:extLst>
          </p:cNvPr>
          <p:cNvSpPr txBox="1"/>
          <p:nvPr>
            <p:extLst>
              <p:ext uri="{1162E1C5-73C7-4A58-AE30-91384D911F3F}">
                <p184:classification xmlns:p184="http://schemas.microsoft.com/office/powerpoint/2018/4/main" val="ftr"/>
              </p:ext>
            </p:extLst>
          </p:nvPr>
        </p:nvSpPr>
        <p:spPr>
          <a:xfrm>
            <a:off x="5184775" y="6530340"/>
            <a:ext cx="1846263" cy="137160"/>
          </a:xfrm>
          <a:prstGeom prst="rect">
            <a:avLst/>
          </a:prstGeom>
        </p:spPr>
        <p:txBody>
          <a:bodyPr horzOverflow="overflow" lIns="0" tIns="0" rIns="0" bIns="0">
            <a:spAutoFit/>
          </a:bodyPr>
          <a:lstStyle/>
          <a:p>
            <a:pPr algn="l"/>
            <a:r>
              <a:rPr lang="en-US" sz="900">
                <a:solidFill>
                  <a:srgbClr val="000000">
                    <a:alpha val="50000"/>
                  </a:srgbClr>
                </a:solidFill>
                <a:latin typeface="Aptos" panose="020B0004020202020204" pitchFamily="34" charset="0"/>
              </a:rPr>
              <a:t>Information Classification: GENERAL</a:t>
            </a:r>
          </a:p>
        </p:txBody>
      </p:sp>
      <p:grpSp>
        <p:nvGrpSpPr>
          <p:cNvPr id="7" name="Graphic 11">
            <a:extLst>
              <a:ext uri="{FF2B5EF4-FFF2-40B4-BE49-F238E27FC236}">
                <a16:creationId xmlns:a16="http://schemas.microsoft.com/office/drawing/2014/main" id="{1DE0BF7F-4844-59DA-B596-676DC38BF5B3}"/>
              </a:ext>
            </a:extLst>
          </p:cNvPr>
          <p:cNvGrpSpPr>
            <a:grpSpLocks noChangeAspect="1"/>
          </p:cNvGrpSpPr>
          <p:nvPr/>
        </p:nvGrpSpPr>
        <p:grpSpPr>
          <a:xfrm>
            <a:off x="383118" y="6532927"/>
            <a:ext cx="759882" cy="202731"/>
            <a:chOff x="5925389" y="-67473"/>
            <a:chExt cx="1453278" cy="387715"/>
          </a:xfrm>
        </p:grpSpPr>
        <p:sp>
          <p:nvSpPr>
            <p:cNvPr id="8" name="Freeform 8">
              <a:extLst>
                <a:ext uri="{FF2B5EF4-FFF2-40B4-BE49-F238E27FC236}">
                  <a16:creationId xmlns:a16="http://schemas.microsoft.com/office/drawing/2014/main" id="{B1AC9EA9-C02D-A65C-60B3-5BE22492D875}"/>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sz="2400"/>
            </a:p>
          </p:txBody>
        </p:sp>
        <p:sp>
          <p:nvSpPr>
            <p:cNvPr id="9" name="Freeform 9">
              <a:extLst>
                <a:ext uri="{FF2B5EF4-FFF2-40B4-BE49-F238E27FC236}">
                  <a16:creationId xmlns:a16="http://schemas.microsoft.com/office/drawing/2014/main" id="{D1FCAE46-E955-A8F7-8226-7C59E91DFEAA}"/>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sz="2400"/>
            </a:p>
          </p:txBody>
        </p:sp>
        <p:sp>
          <p:nvSpPr>
            <p:cNvPr id="10" name="Freeform 10">
              <a:extLst>
                <a:ext uri="{FF2B5EF4-FFF2-40B4-BE49-F238E27FC236}">
                  <a16:creationId xmlns:a16="http://schemas.microsoft.com/office/drawing/2014/main" id="{7BB4E809-E449-46EC-5BC7-4D125347F464}"/>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sz="2400"/>
            </a:p>
          </p:txBody>
        </p:sp>
        <p:sp>
          <p:nvSpPr>
            <p:cNvPr id="11" name="Freeform 11">
              <a:extLst>
                <a:ext uri="{FF2B5EF4-FFF2-40B4-BE49-F238E27FC236}">
                  <a16:creationId xmlns:a16="http://schemas.microsoft.com/office/drawing/2014/main" id="{BF1F0370-DCDB-EACF-3A22-843352848193}"/>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sz="2400"/>
            </a:p>
          </p:txBody>
        </p:sp>
        <p:sp>
          <p:nvSpPr>
            <p:cNvPr id="12" name="Freeform 12">
              <a:extLst>
                <a:ext uri="{FF2B5EF4-FFF2-40B4-BE49-F238E27FC236}">
                  <a16:creationId xmlns:a16="http://schemas.microsoft.com/office/drawing/2014/main" id="{0668BEA6-19BD-2AB2-C37C-043F63232827}"/>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sz="2400"/>
            </a:p>
          </p:txBody>
        </p:sp>
      </p:grpSp>
      <p:sp>
        <p:nvSpPr>
          <p:cNvPr id="14" name="Slide Number Placeholder 13">
            <a:extLst>
              <a:ext uri="{FF2B5EF4-FFF2-40B4-BE49-F238E27FC236}">
                <a16:creationId xmlns:a16="http://schemas.microsoft.com/office/drawing/2014/main" id="{A17622B8-7134-9AF2-7A6A-8AA015BED67A}"/>
              </a:ext>
            </a:extLst>
          </p:cNvPr>
          <p:cNvSpPr>
            <a:spLocks noGrp="1"/>
          </p:cNvSpPr>
          <p:nvPr>
            <p:ph type="sldNum" sz="quarter" idx="4"/>
          </p:nvPr>
        </p:nvSpPr>
        <p:spPr>
          <a:xfrm>
            <a:off x="11717581" y="6580431"/>
            <a:ext cx="381000" cy="107722"/>
          </a:xfrm>
          <a:prstGeom prst="rect">
            <a:avLst/>
          </a:prstGeom>
        </p:spPr>
        <p:txBody>
          <a:bodyPr vert="horz" lIns="0" tIns="0" rIns="0" bIns="0" rtlCol="0" anchor="ctr"/>
          <a:lstStyle>
            <a:lvl1pPr algn="r">
              <a:defRPr sz="700">
                <a:solidFill>
                  <a:schemeClr val="tx1"/>
                </a:solidFill>
                <a:latin typeface="+mj-lt"/>
              </a:defRPr>
            </a:lvl1pPr>
          </a:lstStyle>
          <a:p>
            <a:fld id="{70F63544-3858-4327-B6B2-E49B7EA9EE60}" type="slidenum">
              <a:rPr lang="en-GB" smtClean="0"/>
              <a:pPr/>
              <a:t>‹#›</a:t>
            </a:fld>
            <a:endParaRPr lang="en-GB"/>
          </a:p>
        </p:txBody>
      </p:sp>
    </p:spTree>
    <p:extLst>
      <p:ext uri="{BB962C8B-B14F-4D97-AF65-F5344CB8AC3E}">
        <p14:creationId xmlns:p14="http://schemas.microsoft.com/office/powerpoint/2010/main" val="484985554"/>
      </p:ext>
    </p:extLst>
  </p:cSld>
  <p:clrMap bg1="lt1" tx1="dk1" bg2="lt2" tx2="dk2" accent1="accent1" accent2="accent2" accent3="accent3" accent4="accent4" accent5="accent5" accent6="accent6" hlink="hlink" folHlink="folHlink"/>
  <p:sldLayoutIdLst>
    <p:sldLayoutId id="2147484184" r:id="rId1"/>
    <p:sldLayoutId id="2147484298" r:id="rId2"/>
    <p:sldLayoutId id="2147484302" r:id="rId3"/>
    <p:sldLayoutId id="2147484304" r:id="rId4"/>
    <p:sldLayoutId id="2147484054" r:id="rId5"/>
    <p:sldLayoutId id="2147484196" r:id="rId6"/>
    <p:sldLayoutId id="2147484062" r:id="rId7"/>
    <p:sldLayoutId id="2147484199" r:id="rId8"/>
    <p:sldLayoutId id="2147484152" r:id="rId9"/>
    <p:sldLayoutId id="2147484200" r:id="rId10"/>
    <p:sldLayoutId id="2147484162" r:id="rId11"/>
    <p:sldLayoutId id="2147484253" r:id="rId12"/>
    <p:sldLayoutId id="2147484165" r:id="rId13"/>
    <p:sldLayoutId id="2147484141" r:id="rId14"/>
    <p:sldLayoutId id="2147484163" r:id="rId15"/>
    <p:sldLayoutId id="2147484180" r:id="rId16"/>
    <p:sldLayoutId id="2147484257" r:id="rId17"/>
    <p:sldLayoutId id="2147484177" r:id="rId18"/>
    <p:sldLayoutId id="2147484182" r:id="rId19"/>
    <p:sldLayoutId id="2147484198" r:id="rId20"/>
    <p:sldLayoutId id="2147484065" r:id="rId21"/>
    <p:sldLayoutId id="2147484150" r:id="rId22"/>
    <p:sldLayoutId id="2147484306" r:id="rId23"/>
    <p:sldLayoutId id="2147484307" r:id="rId24"/>
  </p:sldLayoutIdLst>
  <p:hf hdr="0" ftr="0" dt="0"/>
  <p:txStyles>
    <p:titleStyle>
      <a:lvl1pPr algn="l" defTabSz="914400" rtl="0" eaLnBrk="1" latinLnBrk="0" hangingPunct="1">
        <a:lnSpc>
          <a:spcPct val="90000"/>
        </a:lnSpc>
        <a:spcBef>
          <a:spcPct val="0"/>
        </a:spcBef>
        <a:buNone/>
        <a:defRPr lang="en-GB" sz="3000" b="1" kern="1200" spc="-100" baseline="0" dirty="0">
          <a:solidFill>
            <a:schemeClr val="accent1"/>
          </a:solidFill>
          <a:latin typeface="Inter SemiBold" panose="02000503000000020004" pitchFamily="2" charset="0"/>
          <a:ea typeface="Inter SemiBold" panose="02000503000000020004" pitchFamily="2" charset="0"/>
          <a:cs typeface="+mj-cs"/>
        </a:defRPr>
      </a:lvl1pPr>
    </p:titleStyle>
    <p:bodyStyle>
      <a:lvl1pPr marL="176213" indent="-176213" algn="l" defTabSz="914400" rtl="0" eaLnBrk="1" latinLnBrk="0" hangingPunct="1">
        <a:lnSpc>
          <a:spcPct val="100000"/>
        </a:lnSpc>
        <a:spcBef>
          <a:spcPts val="400"/>
        </a:spcBef>
        <a:spcAft>
          <a:spcPts val="400"/>
        </a:spcAft>
        <a:buClr>
          <a:schemeClr val="accent1"/>
        </a:buClr>
        <a:buSzPct val="90000"/>
        <a:buFont typeface="Wingdings" panose="05000000000000000000" pitchFamily="2" charset="2"/>
        <a:buChar char="à"/>
        <a:defRPr sz="1400" kern="1200" spc="-30" baseline="0">
          <a:solidFill>
            <a:schemeClr val="tx1"/>
          </a:solidFill>
          <a:latin typeface="Inter SemiBold" panose="02000503000000020004" pitchFamily="2" charset="0"/>
          <a:ea typeface="Inter SemiBold" panose="02000503000000020004" pitchFamily="2" charset="0"/>
          <a:cs typeface="+mn-cs"/>
        </a:defRPr>
      </a:lvl1pPr>
      <a:lvl2pPr marL="628650" indent="-171450" algn="l" defTabSz="914400" rtl="0" eaLnBrk="1" latinLnBrk="0" hangingPunct="1">
        <a:lnSpc>
          <a:spcPct val="100000"/>
        </a:lnSpc>
        <a:spcBef>
          <a:spcPts val="400"/>
        </a:spcBef>
        <a:spcAft>
          <a:spcPts val="400"/>
        </a:spcAft>
        <a:buClr>
          <a:schemeClr val="accent1"/>
        </a:buClr>
        <a:buFont typeface="Arial" panose="020B0604020202020204" pitchFamily="34" charset="0"/>
        <a:buChar char="•"/>
        <a:defRPr sz="1200" kern="1200" spc="-30" baseline="0">
          <a:solidFill>
            <a:schemeClr val="tx1"/>
          </a:solidFill>
          <a:latin typeface="+mj-lt"/>
          <a:ea typeface="+mn-ea"/>
          <a:cs typeface="+mn-cs"/>
        </a:defRPr>
      </a:lvl2pPr>
      <a:lvl3pPr marL="1085850" indent="-171450" algn="l" defTabSz="914400" rtl="0" eaLnBrk="1" latinLnBrk="0" hangingPunct="1">
        <a:lnSpc>
          <a:spcPct val="100000"/>
        </a:lnSpc>
        <a:spcBef>
          <a:spcPts val="400"/>
        </a:spcBef>
        <a:spcAft>
          <a:spcPts val="400"/>
        </a:spcAft>
        <a:buClr>
          <a:schemeClr val="accent1"/>
        </a:buClr>
        <a:buFont typeface="Courier New" panose="02070309020205020404" pitchFamily="49" charset="0"/>
        <a:buChar char="o"/>
        <a:tabLst/>
        <a:defRPr sz="1000" b="0" kern="1200" spc="0" baseline="0">
          <a:solidFill>
            <a:schemeClr val="tx1"/>
          </a:solidFill>
          <a:latin typeface="+mn-lt"/>
          <a:ea typeface="Inter SemiBold" panose="02000503000000020004" pitchFamily="2" charset="0"/>
          <a:cs typeface="+mn-cs"/>
        </a:defRPr>
      </a:lvl3pPr>
      <a:lvl4pPr marL="1543050" indent="-171450" algn="l" defTabSz="914400" rtl="0" eaLnBrk="1" latinLnBrk="0" hangingPunct="1">
        <a:lnSpc>
          <a:spcPct val="110000"/>
        </a:lnSpc>
        <a:spcBef>
          <a:spcPts val="300"/>
        </a:spcBef>
        <a:spcAft>
          <a:spcPts val="300"/>
        </a:spcAft>
        <a:buClr>
          <a:schemeClr val="accent1"/>
        </a:buClr>
        <a:buSzPct val="90000"/>
        <a:buFont typeface="Wingdings" panose="05000000000000000000" pitchFamily="2" charset="2"/>
        <a:buChar char="à"/>
        <a:defRPr sz="900" kern="1200">
          <a:solidFill>
            <a:schemeClr val="tx1"/>
          </a:solidFill>
          <a:latin typeface="+mn-lt"/>
          <a:ea typeface="+mn-ea"/>
          <a:cs typeface="+mn-cs"/>
        </a:defRPr>
      </a:lvl4pPr>
      <a:lvl5pPr marL="2000250" indent="-171450" algn="l" defTabSz="914400" rtl="0" eaLnBrk="1" latinLnBrk="0" hangingPunct="1">
        <a:lnSpc>
          <a:spcPct val="110000"/>
        </a:lnSpc>
        <a:spcBef>
          <a:spcPts val="300"/>
        </a:spcBef>
        <a:spcAft>
          <a:spcPts val="300"/>
        </a:spcAft>
        <a:buClr>
          <a:schemeClr val="accent1"/>
        </a:buClr>
        <a:buFont typeface="Arial" panose="020B0604020202020204" pitchFamily="34" charset="0"/>
        <a:buChar char="•"/>
        <a:defRPr sz="8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1"/>
        </a:buClr>
        <a:buFont typeface="Inter" panose="02000503000000020004" pitchFamily="2" charset="0"/>
        <a:buNone/>
        <a:defRPr sz="1100" b="1" kern="1200" cap="all" baseline="0">
          <a:solidFill>
            <a:schemeClr val="accent1"/>
          </a:solidFill>
          <a:latin typeface="Inter SemiBold" panose="02000503000000020004" pitchFamily="2" charset="0"/>
          <a:ea typeface="Inter SemiBold" panose="02000503000000020004" pitchFamily="2" charset="0"/>
          <a:cs typeface="+mn-cs"/>
        </a:defRPr>
      </a:lvl6pPr>
      <a:lvl7pPr marL="0" indent="0" algn="l" defTabSz="914400" rtl="0" eaLnBrk="1" latinLnBrk="0" hangingPunct="1">
        <a:lnSpc>
          <a:spcPct val="110000"/>
        </a:lnSpc>
        <a:spcBef>
          <a:spcPts val="600"/>
        </a:spcBef>
        <a:spcAft>
          <a:spcPts val="600"/>
        </a:spcAft>
        <a:buClr>
          <a:schemeClr val="accent1"/>
        </a:buClr>
        <a:buFont typeface="Inter" panose="02000503000000020004" pitchFamily="2" charset="0"/>
        <a:buNone/>
        <a:defRPr sz="1000" kern="1200">
          <a:solidFill>
            <a:schemeClr val="tx1"/>
          </a:solidFill>
          <a:latin typeface="+mj-lt"/>
          <a:ea typeface="+mn-ea"/>
          <a:cs typeface="+mn-cs"/>
        </a:defRPr>
      </a:lvl7pPr>
      <a:lvl8pPr marL="180975" indent="-180975" algn="l" defTabSz="914400" rtl="0" eaLnBrk="1" latinLnBrk="0" hangingPunct="1">
        <a:lnSpc>
          <a:spcPct val="110000"/>
        </a:lnSpc>
        <a:spcBef>
          <a:spcPts val="600"/>
        </a:spcBef>
        <a:spcAft>
          <a:spcPts val="600"/>
        </a:spcAft>
        <a:buClr>
          <a:schemeClr val="accent1"/>
        </a:buClr>
        <a:buFont typeface="Wingdings" panose="05000000000000000000" pitchFamily="2" charset="2"/>
        <a:buChar char="à"/>
        <a:defRPr sz="1000" kern="1200">
          <a:solidFill>
            <a:schemeClr val="tx1"/>
          </a:solidFill>
          <a:latin typeface="+mj-lt"/>
          <a:ea typeface="+mn-ea"/>
          <a:cs typeface="+mn-cs"/>
        </a:defRPr>
      </a:lvl8pPr>
      <a:lvl9pPr marL="0" indent="0" algn="l" defTabSz="914400" rtl="0" eaLnBrk="1" latinLnBrk="0" hangingPunct="1">
        <a:lnSpc>
          <a:spcPct val="100000"/>
        </a:lnSpc>
        <a:spcBef>
          <a:spcPts val="600"/>
        </a:spcBef>
        <a:spcAft>
          <a:spcPts val="600"/>
        </a:spcAft>
        <a:buClr>
          <a:schemeClr val="accent1"/>
        </a:buClr>
        <a:buFont typeface="Inter" panose="02000503000000020004" pitchFamily="2" charset="0"/>
        <a:buNone/>
        <a:defRPr sz="1800" b="1" kern="1200" spc="-70" baseline="0">
          <a:solidFill>
            <a:schemeClr val="accent1"/>
          </a:solidFill>
          <a:latin typeface="Inter SemiBold" panose="02000503000000020004" pitchFamily="2" charset="0"/>
          <a:ea typeface="Inter SemiBold" panose="02000503000000020004" pitchFamily="2"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40">
          <p15:clr>
            <a:srgbClr val="F26B43"/>
          </p15:clr>
        </p15:guide>
        <p15:guide id="4" pos="480">
          <p15:clr>
            <a:srgbClr val="F26B43"/>
          </p15:clr>
        </p15:guide>
        <p15:guide id="5" pos="720">
          <p15:clr>
            <a:srgbClr val="F26B43"/>
          </p15:clr>
        </p15:guide>
        <p15:guide id="6" pos="960">
          <p15:clr>
            <a:srgbClr val="F26B43"/>
          </p15:clr>
        </p15:guide>
        <p15:guide id="7" pos="1200">
          <p15:clr>
            <a:srgbClr val="F26B43"/>
          </p15:clr>
        </p15:guide>
        <p15:guide id="8" pos="1440">
          <p15:clr>
            <a:srgbClr val="F26B43"/>
          </p15:clr>
        </p15:guide>
        <p15:guide id="9" pos="1680">
          <p15:clr>
            <a:srgbClr val="F26B43"/>
          </p15:clr>
        </p15:guide>
        <p15:guide id="10" pos="1920">
          <p15:clr>
            <a:srgbClr val="F26B43"/>
          </p15:clr>
        </p15:guide>
        <p15:guide id="11" pos="2160">
          <p15:clr>
            <a:srgbClr val="F26B43"/>
          </p15:clr>
        </p15:guide>
        <p15:guide id="12" pos="2400">
          <p15:clr>
            <a:srgbClr val="F26B43"/>
          </p15:clr>
        </p15:guide>
        <p15:guide id="13" pos="2640">
          <p15:clr>
            <a:srgbClr val="F26B43"/>
          </p15:clr>
        </p15:guide>
        <p15:guide id="14" pos="2880">
          <p15:clr>
            <a:srgbClr val="F26B43"/>
          </p15:clr>
        </p15:guide>
        <p15:guide id="15" pos="3120">
          <p15:clr>
            <a:srgbClr val="F26B43"/>
          </p15:clr>
        </p15:guide>
        <p15:guide id="16" pos="3360">
          <p15:clr>
            <a:srgbClr val="F26B43"/>
          </p15:clr>
        </p15:guide>
        <p15:guide id="17" pos="3600">
          <p15:clr>
            <a:srgbClr val="F26B43"/>
          </p15:clr>
        </p15:guide>
        <p15:guide id="18" pos="3840">
          <p15:clr>
            <a:srgbClr val="F26B43"/>
          </p15:clr>
        </p15:guide>
        <p15:guide id="19" pos="4080">
          <p15:clr>
            <a:srgbClr val="F26B43"/>
          </p15:clr>
        </p15:guide>
        <p15:guide id="20" pos="4320">
          <p15:clr>
            <a:srgbClr val="F26B43"/>
          </p15:clr>
        </p15:guide>
        <p15:guide id="21" pos="4560">
          <p15:clr>
            <a:srgbClr val="F26B43"/>
          </p15:clr>
        </p15:guide>
        <p15:guide id="22" pos="4800">
          <p15:clr>
            <a:srgbClr val="F26B43"/>
          </p15:clr>
        </p15:guide>
        <p15:guide id="23" pos="5040">
          <p15:clr>
            <a:srgbClr val="F26B43"/>
          </p15:clr>
        </p15:guide>
        <p15:guide id="24" pos="5280">
          <p15:clr>
            <a:srgbClr val="F26B43"/>
          </p15:clr>
        </p15:guide>
        <p15:guide id="25" pos="5520">
          <p15:clr>
            <a:srgbClr val="F26B43"/>
          </p15:clr>
        </p15:guide>
        <p15:guide id="26" pos="5760">
          <p15:clr>
            <a:srgbClr val="F26B43"/>
          </p15:clr>
        </p15:guide>
        <p15:guide id="27" pos="6000">
          <p15:clr>
            <a:srgbClr val="F26B43"/>
          </p15:clr>
        </p15:guide>
        <p15:guide id="28" pos="6240">
          <p15:clr>
            <a:srgbClr val="F26B43"/>
          </p15:clr>
        </p15:guide>
        <p15:guide id="29" pos="6480">
          <p15:clr>
            <a:srgbClr val="F26B43"/>
          </p15:clr>
        </p15:guide>
        <p15:guide id="30" pos="6720">
          <p15:clr>
            <a:srgbClr val="F26B43"/>
          </p15:clr>
        </p15:guide>
        <p15:guide id="31" pos="6960">
          <p15:clr>
            <a:srgbClr val="F26B43"/>
          </p15:clr>
        </p15:guide>
        <p15:guide id="32" pos="7200">
          <p15:clr>
            <a:srgbClr val="F26B43"/>
          </p15:clr>
        </p15:guide>
        <p15:guide id="33" pos="7440">
          <p15:clr>
            <a:srgbClr val="F26B43"/>
          </p15:clr>
        </p15:guide>
        <p15:guide id="34" orient="horz">
          <p15:clr>
            <a:srgbClr val="F26B43"/>
          </p15:clr>
        </p15:guide>
        <p15:guide id="35" orient="horz" pos="4320">
          <p15:clr>
            <a:srgbClr val="F26B43"/>
          </p15:clr>
        </p15:guide>
        <p15:guide id="36" orient="horz" pos="240">
          <p15:clr>
            <a:srgbClr val="F26B43"/>
          </p15:clr>
        </p15:guide>
        <p15:guide id="37" orient="horz" pos="480">
          <p15:clr>
            <a:srgbClr val="F26B43"/>
          </p15:clr>
        </p15:guide>
        <p15:guide id="38" orient="horz" pos="720">
          <p15:clr>
            <a:srgbClr val="F26B43"/>
          </p15:clr>
        </p15:guide>
        <p15:guide id="39" orient="horz" pos="960">
          <p15:clr>
            <a:srgbClr val="F26B43"/>
          </p15:clr>
        </p15:guide>
        <p15:guide id="40" orient="horz" pos="1200">
          <p15:clr>
            <a:srgbClr val="F26B43"/>
          </p15:clr>
        </p15:guide>
        <p15:guide id="41" orient="horz" pos="1440">
          <p15:clr>
            <a:srgbClr val="F26B43"/>
          </p15:clr>
        </p15:guide>
        <p15:guide id="42" orient="horz" pos="1680">
          <p15:clr>
            <a:srgbClr val="F26B43"/>
          </p15:clr>
        </p15:guide>
        <p15:guide id="43" orient="horz" pos="1920">
          <p15:clr>
            <a:srgbClr val="F26B43"/>
          </p15:clr>
        </p15:guide>
        <p15:guide id="44" orient="horz" pos="2160">
          <p15:clr>
            <a:srgbClr val="F26B43"/>
          </p15:clr>
        </p15:guide>
        <p15:guide id="45" orient="horz" pos="2400">
          <p15:clr>
            <a:srgbClr val="F26B43"/>
          </p15:clr>
        </p15:guide>
        <p15:guide id="46" orient="horz" pos="2640">
          <p15:clr>
            <a:srgbClr val="F26B43"/>
          </p15:clr>
        </p15:guide>
        <p15:guide id="47" orient="horz" pos="2880">
          <p15:clr>
            <a:srgbClr val="F26B43"/>
          </p15:clr>
        </p15:guide>
        <p15:guide id="48" orient="horz" pos="3120">
          <p15:clr>
            <a:srgbClr val="F26B43"/>
          </p15:clr>
        </p15:guide>
        <p15:guide id="49" orient="horz" pos="3360">
          <p15:clr>
            <a:srgbClr val="F26B43"/>
          </p15:clr>
        </p15:guide>
        <p15:guide id="50" orient="horz" pos="3600">
          <p15:clr>
            <a:srgbClr val="F26B43"/>
          </p15:clr>
        </p15:guide>
        <p15:guide id="51" orient="horz" pos="3840">
          <p15:clr>
            <a:srgbClr val="F26B43"/>
          </p15:clr>
        </p15:guide>
        <p15:guide id="52" orient="horz" pos="40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US" dirty="0">
                <a:latin typeface="Inter"/>
                <a:solidFill>
                  <a:srgbClr val="FFFFFF"/>
                </a:solidFill>
              </a:rPr>
              <a:t>Agent Skills</a:t>
            </a:r>
          </a:p>
        </p:txBody>
      </p:sp>
      <p:sp>
        <p:nvSpPr>
          <p:cNvPr id="3" name="Subtitle 2"/>
          <p:cNvSpPr>
            <a:spLocks noGrp="1"/>
          </p:cNvSpPr>
          <p:nvPr>
            <p:ph type="subTitle" idx="1"/>
          </p:nvPr>
        </p:nvSpPr>
        <p:spPr/>
        <p:txBody>
          <a:bodyPr/>
          <a:lstStyle/>
          <a:p>
            <a:r>
              <a:rPr lang="en-US" dirty="0">
                <a:latin typeface="Inter"/>
                <a:solidFill>
                  <a:srgbClr val="FFFFFF"/>
                </a:solidFill>
              </a:rPr>
              <a:t>Packaging repeatable workflows so an agent works the way your team does</a:t>
            </a:r>
          </a:p>
        </p:txBody>
      </p:sp>
      <p:sp>
        <p:nvSpPr>
          <p:cNvPr id="4" name="Text Placeholder 3"/>
          <p:cNvSpPr>
            <a:spLocks noGrp="1"/>
          </p:cNvSpPr>
          <p:nvPr>
            <p:ph type="body" idx="10" sz="quarter"/>
          </p:nvPr>
        </p:nvSpPr>
        <p:spPr/>
        <p:txBody>
          <a:bodyPr/>
          <a:lstStyle/>
          <a:p>
            <a:r>
              <a:rPr lang="en-US" dirty="0">
                <a:latin typeface="Inter"/>
              </a:rPr>
              <a:t>Training session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5" name=""/>
        <p:cNvGrpSpPr/>
        <p:nvPr/>
      </p:nvGrpSpPr>
      <p:grpSpPr/>
      <p:sp>
        <p:nvSpPr>
          <p:cNvPr id="6" name="Title 1"/>
          <p:cNvSpPr>
            <a:spLocks noGrp="1"/>
          </p:cNvSpPr>
          <p:nvPr>
            <p:ph type="ctrTitle"/>
          </p:nvPr>
        </p:nvSpPr>
        <p:spPr>
          <a:xfrm>
            <a:off x="0" y="0"/>
            <a:ext cx="0" cy="0"/>
          </a:xfrm>
        </p:spPr>
        <p:txBody>
          <a:bodyPr/>
          <a:lstStyle/>
          <a:p>
            <a:r>
              <a:rPr lang="en-US" sz="100" dirty="0"/>
              <a:t> </a:t>
            </a:r>
          </a:p>
        </p:txBody>
      </p:sp>
      <p:sp>
        <p:nvSpPr>
          <p:cNvPr id="7" name="Subtitle 2"/>
          <p:cNvSpPr>
            <a:spLocks noGrp="1"/>
          </p:cNvSpPr>
          <p:nvPr>
            <p:ph type="subTitle" idx="1"/>
          </p:nvPr>
        </p:nvSpPr>
        <p:spPr>
          <a:xfrm>
            <a:off x="0" y="0"/>
            <a:ext cx="0" cy="0"/>
          </a:xfrm>
        </p:spPr>
        <p:txBody>
          <a:bodyPr/>
          <a:lstStyle/>
          <a:p>
            <a:r>
              <a:rPr lang="en-US" sz="100" dirty="0"/>
              <a:t> </a:t>
            </a:r>
          </a:p>
        </p:txBody>
      </p:sp>
      <p:sp>
        <p:nvSpPr>
          <p:cNvPr id="8" name="Text Placeholder 3"/>
          <p:cNvSpPr>
            <a:spLocks noGrp="1"/>
          </p:cNvSpPr>
          <p:nvPr>
            <p:ph type="body" idx="10" sz="quarter"/>
          </p:nvPr>
        </p:nvSpPr>
        <p:spPr/>
        <p:txBody>
          <a:bodyPr/>
          <a:lstStyle/>
          <a:p>
            <a:r>
              <a:rPr lang="en-US" dirty="0">
                <a:latin typeface="Inter"/>
              </a:rPr>
              <a:t>Section 01</a:t>
            </a:r>
          </a:p>
        </p:txBody>
      </p:sp>
      <p:sp>
        <p:nvSpPr>
          <p:cNvPr id="9"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Foundations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0" name=""/>
        <p:cNvGrpSpPr/>
        <p:nvPr/>
      </p:nvGrpSpPr>
      <p:grpSpPr/>
      <p:sp>
        <p:nvSpPr>
          <p:cNvPr id="11" name="Title 1"/>
          <p:cNvSpPr>
            <a:spLocks noGrp="1"/>
          </p:cNvSpPr>
          <p:nvPr>
            <p:ph type="title"/>
          </p:nvPr>
        </p:nvSpPr>
        <p:spPr/>
        <p:txBody>
          <a:bodyPr>
            <a:normAutofit/>
          </a:bodyPr>
          <a:lstStyle/>
          <a:p>
            <a:r>
              <a:rPr lang="en-US" dirty="0" sz="2000">
                <a:latin typeface="Inter"/>
              </a:rPr>
              <a:t>A skill is a folder of instructions — that is the whole idea</a:t>
            </a:r>
          </a:p>
        </p:txBody>
      </p:sp>
      <p:sp>
        <p:nvSpPr>
          <p:cNvPr id="12" name="Content Placeholder 2"/>
          <p:cNvSpPr>
            <a:spLocks noGrp="1"/>
          </p:cNvSpPr>
          <p:nvPr>
            <p:ph idx="13"/>
          </p:nvPr>
        </p:nvSpPr>
        <p:spPr/>
        <p:txBody>
          <a:bodyPr/>
          <a:lstStyle/>
          <a:p>
            <a:r>
              <a:rPr lang="en-US" dirty="0">
                <a:latin typeface="Inter"/>
                <a:solidFill>
                  <a:srgbClr val="4D4D4D"/>
                </a:solidFill>
              </a:rPr>
              <a:t>Foundations</a:t>
            </a:r>
          </a:p>
        </p:txBody>
      </p:sp>
      <p:sp>
        <p:nvSpPr>
          <p:cNvPr id="13"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pic>
        <p:nvPicPr>
          <p:cNvPr id="14" name="Picture 4" descr="24_document_blue.png"/>
          <p:cNvPicPr>
            <a:picLocks noChangeAspect="1"/>
          </p:cNvPicPr>
          <p:nvPr/>
        </p:nvPicPr>
        <p:blipFill>
          <a:blip r:embed="rId2"/>
          <a:stretch>
            <a:fillRect/>
          </a:stretch>
        </p:blipFill>
        <p:spPr>
          <a:xfrm>
            <a:off x="2834640" y="1280160"/>
            <a:ext cx="731520" cy="731520"/>
          </a:xfrm>
          <a:prstGeom prst="rect">
            <a:avLst/>
          </a:prstGeom>
        </p:spPr>
      </p:pic>
      <p:sp>
        <p:nvSpPr>
          <p:cNvPr id="15" name="TextBox 5"/>
          <p:cNvSpPr txBox="1"/>
          <p:nvPr/>
        </p:nvSpPr>
        <p:spPr>
          <a:xfrm>
            <a:off x="457200" y="2103120"/>
            <a:ext cx="5486400" cy="274320"/>
          </a:xfrm>
          <a:prstGeom prst="rect">
            <a:avLst/>
          </a:prstGeom>
          <a:noFill/>
        </p:spPr>
        <p:txBody>
          <a:bodyPr wrap="square" tIns="0" bIns="0" lIns="45720" rIns="45720"/>
          <a:lstStyle/>
          <a:p>
            <a:pPr algn="ctr">
              <a:spcBef>
                <a:spcPts val="0"/>
              </a:spcBef>
              <a:spcAft>
                <a:spcPts val="0"/>
              </a:spcAft>
            </a:pPr>
            <a:r>
              <a:rPr sz="1200" b="1">
                <a:solidFill>
                  <a:srgbClr val="1A3FD6"/>
                </a:solidFill>
                <a:latin typeface="Inter"/>
              </a:rPr>
              <a:t>SKILL.md</a:t>
            </a:r>
          </a:p>
        </p:txBody>
      </p:sp>
      <p:sp>
        <p:nvSpPr>
          <p:cNvPr id="16" name="TextBox 6"/>
          <p:cNvSpPr txBox="1"/>
          <p:nvPr/>
        </p:nvSpPr>
        <p:spPr>
          <a:xfrm>
            <a:off x="548640" y="2423160"/>
            <a:ext cx="5303520" cy="11430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The only required file. Frontmatter plus a markdown body.</a:t>
            </a:r>
          </a:p>
        </p:txBody>
      </p:sp>
      <p:pic>
        <p:nvPicPr>
          <p:cNvPr id="17" name="Picture 7" descr="37_code_blue.png"/>
          <p:cNvPicPr>
            <a:picLocks noChangeAspect="1"/>
          </p:cNvPicPr>
          <p:nvPr/>
        </p:nvPicPr>
        <p:blipFill>
          <a:blip r:embed="rId3"/>
          <a:stretch>
            <a:fillRect/>
          </a:stretch>
        </p:blipFill>
        <p:spPr>
          <a:xfrm>
            <a:off x="8595360" y="1280160"/>
            <a:ext cx="731520" cy="731520"/>
          </a:xfrm>
          <a:prstGeom prst="rect">
            <a:avLst/>
          </a:prstGeom>
        </p:spPr>
      </p:pic>
      <p:sp>
        <p:nvSpPr>
          <p:cNvPr id="18" name="TextBox 8"/>
          <p:cNvSpPr txBox="1"/>
          <p:nvPr/>
        </p:nvSpPr>
        <p:spPr>
          <a:xfrm>
            <a:off x="6217920" y="2103120"/>
            <a:ext cx="5486400" cy="274320"/>
          </a:xfrm>
          <a:prstGeom prst="rect">
            <a:avLst/>
          </a:prstGeom>
          <a:noFill/>
        </p:spPr>
        <p:txBody>
          <a:bodyPr wrap="square" tIns="0" bIns="0" lIns="45720" rIns="45720"/>
          <a:lstStyle/>
          <a:p>
            <a:pPr algn="ctr">
              <a:spcBef>
                <a:spcPts val="0"/>
              </a:spcBef>
              <a:spcAft>
                <a:spcPts val="0"/>
              </a:spcAft>
            </a:pPr>
            <a:r>
              <a:rPr sz="1200" b="1">
                <a:solidFill>
                  <a:srgbClr val="00A798"/>
                </a:solidFill>
                <a:latin typeface="Inter"/>
              </a:rPr>
              <a:t>scripts/</a:t>
            </a:r>
          </a:p>
        </p:txBody>
      </p:sp>
      <p:sp>
        <p:nvSpPr>
          <p:cNvPr id="19" name="TextBox 9"/>
          <p:cNvSpPr txBox="1"/>
          <p:nvPr/>
        </p:nvSpPr>
        <p:spPr>
          <a:xfrm>
            <a:off x="6309360" y="2423160"/>
            <a:ext cx="5303520" cy="11430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Code the agent executes. Only the output enters context.</a:t>
            </a:r>
          </a:p>
        </p:txBody>
      </p:sp>
      <p:pic>
        <p:nvPicPr>
          <p:cNvPr id="20" name="Picture 10" descr="29_bookshelf_blue.png"/>
          <p:cNvPicPr>
            <a:picLocks noChangeAspect="1"/>
          </p:cNvPicPr>
          <p:nvPr/>
        </p:nvPicPr>
        <p:blipFill>
          <a:blip r:embed="rId4"/>
          <a:stretch>
            <a:fillRect/>
          </a:stretch>
        </p:blipFill>
        <p:spPr>
          <a:xfrm>
            <a:off x="2834640" y="3977640"/>
            <a:ext cx="731520" cy="731520"/>
          </a:xfrm>
          <a:prstGeom prst="rect">
            <a:avLst/>
          </a:prstGeom>
        </p:spPr>
      </p:pic>
      <p:sp>
        <p:nvSpPr>
          <p:cNvPr id="21" name="TextBox 11"/>
          <p:cNvSpPr txBox="1"/>
          <p:nvPr/>
        </p:nvSpPr>
        <p:spPr>
          <a:xfrm>
            <a:off x="457200" y="4800600"/>
            <a:ext cx="5486400" cy="274320"/>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references/</a:t>
            </a:r>
          </a:p>
        </p:txBody>
      </p:sp>
      <p:sp>
        <p:nvSpPr>
          <p:cNvPr id="22" name="TextBox 12"/>
          <p:cNvSpPr txBox="1"/>
          <p:nvPr/>
        </p:nvSpPr>
        <p:spPr>
          <a:xfrm>
            <a:off x="548640" y="5120640"/>
            <a:ext cx="5303520" cy="11430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Documents read on demand, when the body asks for them.</a:t>
            </a:r>
          </a:p>
        </p:txBody>
      </p:sp>
      <p:pic>
        <p:nvPicPr>
          <p:cNvPr id="23" name="Picture 13" descr="05_box_closed_blue.png"/>
          <p:cNvPicPr>
            <a:picLocks noChangeAspect="1"/>
          </p:cNvPicPr>
          <p:nvPr/>
        </p:nvPicPr>
        <p:blipFill>
          <a:blip r:embed="rId5"/>
          <a:stretch>
            <a:fillRect/>
          </a:stretch>
        </p:blipFill>
        <p:spPr>
          <a:xfrm>
            <a:off x="8595360" y="3977640"/>
            <a:ext cx="731520" cy="731520"/>
          </a:xfrm>
          <a:prstGeom prst="rect">
            <a:avLst/>
          </a:prstGeom>
        </p:spPr>
      </p:pic>
      <p:sp>
        <p:nvSpPr>
          <p:cNvPr id="24" name="TextBox 14"/>
          <p:cNvSpPr txBox="1"/>
          <p:nvPr/>
        </p:nvSpPr>
        <p:spPr>
          <a:xfrm>
            <a:off x="6217920" y="4800600"/>
            <a:ext cx="5486400" cy="274320"/>
          </a:xfrm>
          <a:prstGeom prst="rect">
            <a:avLst/>
          </a:prstGeom>
          <a:noFill/>
        </p:spPr>
        <p:txBody>
          <a:bodyPr wrap="square" tIns="0" bIns="0" lIns="45720" rIns="45720"/>
          <a:lstStyle/>
          <a:p>
            <a:pPr algn="ctr">
              <a:spcBef>
                <a:spcPts val="0"/>
              </a:spcBef>
              <a:spcAft>
                <a:spcPts val="0"/>
              </a:spcAft>
            </a:pPr>
            <a:r>
              <a:rPr sz="1200" b="1">
                <a:solidFill>
                  <a:srgbClr val="118A5E"/>
                </a:solidFill>
                <a:latin typeface="Inter"/>
              </a:rPr>
              <a:t>assets/</a:t>
            </a:r>
          </a:p>
        </p:txBody>
      </p:sp>
      <p:sp>
        <p:nvSpPr>
          <p:cNvPr id="25" name="TextBox 15"/>
          <p:cNvSpPr txBox="1"/>
          <p:nvPr/>
        </p:nvSpPr>
        <p:spPr>
          <a:xfrm>
            <a:off x="6309360" y="5120640"/>
            <a:ext cx="5303520" cy="11430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Templates, logos and schemas used in the output.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26" name=""/>
        <p:cNvGrpSpPr/>
        <p:nvPr/>
      </p:nvGrpSpPr>
      <p:grpSpPr/>
      <p:sp>
        <p:nvSpPr>
          <p:cNvPr id="27" name="Title 1"/>
          <p:cNvSpPr>
            <a:spLocks noGrp="1"/>
          </p:cNvSpPr>
          <p:nvPr>
            <p:ph type="title"/>
          </p:nvPr>
        </p:nvSpPr>
        <p:spPr/>
        <p:txBody>
          <a:bodyPr>
            <a:normAutofit/>
          </a:bodyPr>
          <a:lstStyle/>
          <a:p>
            <a:r>
              <a:rPr lang="en-US" dirty="0" sz="2000">
                <a:latin typeface="Inter"/>
              </a:rPr>
              <a:t>The trigger is repetition, not complexity</a:t>
            </a:r>
          </a:p>
        </p:txBody>
      </p:sp>
      <p:sp>
        <p:nvSpPr>
          <p:cNvPr id="28" name="Content Placeholder 2"/>
          <p:cNvSpPr>
            <a:spLocks noGrp="1"/>
          </p:cNvSpPr>
          <p:nvPr>
            <p:ph idx="13"/>
          </p:nvPr>
        </p:nvSpPr>
        <p:spPr/>
        <p:txBody>
          <a:bodyPr/>
          <a:lstStyle/>
          <a:p>
            <a:r>
              <a:rPr lang="en-US" dirty="0">
                <a:latin typeface="Inter"/>
                <a:solidFill>
                  <a:srgbClr val="4D4D4D"/>
                </a:solidFill>
              </a:rPr>
              <a:t>Foundations</a:t>
            </a:r>
          </a:p>
        </p:txBody>
      </p:sp>
      <p:sp>
        <p:nvSpPr>
          <p:cNvPr id="29"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30" name="Rectangle 4"/>
          <p:cNvSpPr/>
          <p:nvPr/>
        </p:nvSpPr>
        <p:spPr>
          <a:xfrm>
            <a:off x="6073140" y="1508760"/>
            <a:ext cx="15240" cy="43891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5"/>
          <p:cNvSpPr/>
          <p:nvPr/>
        </p:nvSpPr>
        <p:spPr>
          <a:xfrm>
            <a:off x="5879592" y="3429000"/>
            <a:ext cx="438912" cy="438912"/>
          </a:xfrm>
          <a:prstGeom prst="ellipse">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6"/>
          <p:cNvSpPr txBox="1"/>
          <p:nvPr/>
        </p:nvSpPr>
        <p:spPr>
          <a:xfrm>
            <a:off x="5879592" y="3520440"/>
            <a:ext cx="438912" cy="256032"/>
          </a:xfrm>
          <a:prstGeom prst="rect">
            <a:avLst/>
          </a:prstGeom>
          <a:noFill/>
        </p:spPr>
        <p:txBody>
          <a:bodyPr wrap="square" tIns="0" bIns="0" lIns="45720" rIns="45720"/>
          <a:lstStyle/>
          <a:p>
            <a:pPr algn="ctr">
              <a:spcBef>
                <a:spcPts val="0"/>
              </a:spcBef>
              <a:spcAft>
                <a:spcPts val="0"/>
              </a:spcAft>
            </a:pPr>
            <a:r>
              <a:rPr sz="1100" b="1">
                <a:solidFill>
                  <a:srgbClr val="FFFFFF"/>
                </a:solidFill>
                <a:latin typeface="Inter"/>
              </a:rPr>
              <a:t>VS</a:t>
            </a:r>
          </a:p>
        </p:txBody>
      </p:sp>
      <p:sp>
        <p:nvSpPr>
          <p:cNvPr id="33" name="Oval 7"/>
          <p:cNvSpPr/>
          <p:nvPr/>
        </p:nvSpPr>
        <p:spPr>
          <a:xfrm>
            <a:off x="457200" y="1627632"/>
            <a:ext cx="155448" cy="155448"/>
          </a:xfrm>
          <a:prstGeom prst="ellipse">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8"/>
          <p:cNvSpPr txBox="1"/>
          <p:nvPr/>
        </p:nvSpPr>
        <p:spPr>
          <a:xfrm>
            <a:off x="704088" y="1627632"/>
            <a:ext cx="5212080" cy="182880"/>
          </a:xfrm>
          <a:prstGeom prst="rect">
            <a:avLst/>
          </a:prstGeom>
          <a:noFill/>
        </p:spPr>
        <p:txBody>
          <a:bodyPr wrap="square" tIns="0" bIns="0" lIns="45720" rIns="45720"/>
          <a:lstStyle/>
          <a:p>
            <a:pPr algn="l">
              <a:spcBef>
                <a:spcPts val="0"/>
              </a:spcBef>
              <a:spcAft>
                <a:spcPts val="0"/>
              </a:spcAft>
            </a:pPr>
            <a:r>
              <a:rPr sz="800" b="1">
                <a:solidFill>
                  <a:srgbClr val="0626A9"/>
                </a:solidFill>
                <a:latin typeface="Inter"/>
              </a:rPr>
              <a:t>EVERY WEEK, BY</a:t>
            </a:r>
          </a:p>
        </p:txBody>
      </p:sp>
      <p:sp>
        <p:nvSpPr>
          <p:cNvPr id="35" name="TextBox 9"/>
          <p:cNvSpPr txBox="1"/>
          <p:nvPr/>
        </p:nvSpPr>
        <p:spPr>
          <a:xfrm>
            <a:off x="457200" y="1901952"/>
            <a:ext cx="5212080" cy="402336"/>
          </a:xfrm>
          <a:prstGeom prst="rect">
            <a:avLst/>
          </a:prstGeom>
          <a:noFill/>
        </p:spPr>
        <p:txBody>
          <a:bodyPr wrap="square" tIns="0" bIns="0" lIns="45720" rIns="45720"/>
          <a:lstStyle/>
          <a:p>
            <a:pPr algn="l">
              <a:spcBef>
                <a:spcPts val="0"/>
              </a:spcBef>
              <a:spcAft>
                <a:spcPts val="0"/>
              </a:spcAft>
            </a:pPr>
            <a:r>
              <a:rPr sz="1600" b="1">
                <a:solidFill>
                  <a:srgbClr val="4D4D4D"/>
                </a:solidFill>
                <a:latin typeface="Inter"/>
              </a:rPr>
              <a:t>Every week, by hand</a:t>
            </a:r>
          </a:p>
        </p:txBody>
      </p:sp>
      <p:sp>
        <p:nvSpPr>
          <p:cNvPr id="36" name="Oval 10"/>
          <p:cNvSpPr/>
          <p:nvPr/>
        </p:nvSpPr>
        <p:spPr>
          <a:xfrm>
            <a:off x="493776" y="2532888"/>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11"/>
          <p:cNvSpPr txBox="1"/>
          <p:nvPr/>
        </p:nvSpPr>
        <p:spPr>
          <a:xfrm>
            <a:off x="731520" y="2468880"/>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Retype or re-paste the specification</a:t>
            </a:r>
          </a:p>
        </p:txBody>
      </p:sp>
      <p:sp>
        <p:nvSpPr>
          <p:cNvPr id="38" name="Oval 12"/>
          <p:cNvSpPr/>
          <p:nvPr/>
        </p:nvSpPr>
        <p:spPr>
          <a:xfrm>
            <a:off x="493776" y="2935224"/>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13"/>
          <p:cNvSpPr txBox="1"/>
          <p:nvPr/>
        </p:nvSpPr>
        <p:spPr>
          <a:xfrm>
            <a:off x="731520" y="2871216"/>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Rely on knowledge the operator may not have</a:t>
            </a:r>
          </a:p>
        </p:txBody>
      </p:sp>
      <p:sp>
        <p:nvSpPr>
          <p:cNvPr id="40" name="Oval 14"/>
          <p:cNvSpPr/>
          <p:nvPr/>
        </p:nvSpPr>
        <p:spPr>
          <a:xfrm>
            <a:off x="493776" y="3337560"/>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15"/>
          <p:cNvSpPr txBox="1"/>
          <p:nvPr/>
        </p:nvSpPr>
        <p:spPr>
          <a:xfrm>
            <a:off x="731520" y="3273552"/>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Every pasted document stays in context</a:t>
            </a:r>
          </a:p>
        </p:txBody>
      </p:sp>
      <p:sp>
        <p:nvSpPr>
          <p:cNvPr id="42" name="Oval 16"/>
          <p:cNvSpPr/>
          <p:nvPr/>
        </p:nvSpPr>
        <p:spPr>
          <a:xfrm>
            <a:off x="493776" y="3739896"/>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17"/>
          <p:cNvSpPr txBox="1"/>
          <p:nvPr/>
        </p:nvSpPr>
        <p:spPr>
          <a:xfrm>
            <a:off x="731520" y="3675888"/>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Lives in one person's chat history</a:t>
            </a:r>
          </a:p>
        </p:txBody>
      </p:sp>
      <p:sp>
        <p:nvSpPr>
          <p:cNvPr id="44" name="Oval 18"/>
          <p:cNvSpPr/>
          <p:nvPr/>
        </p:nvSpPr>
        <p:spPr>
          <a:xfrm>
            <a:off x="6245352" y="1627632"/>
            <a:ext cx="155448" cy="155448"/>
          </a:xfrm>
          <a:prstGeom prst="ellipse">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19"/>
          <p:cNvSpPr txBox="1"/>
          <p:nvPr/>
        </p:nvSpPr>
        <p:spPr>
          <a:xfrm>
            <a:off x="6492240" y="1627632"/>
            <a:ext cx="5212080" cy="182880"/>
          </a:xfrm>
          <a:prstGeom prst="rect">
            <a:avLst/>
          </a:prstGeom>
          <a:noFill/>
        </p:spPr>
        <p:txBody>
          <a:bodyPr wrap="square" tIns="0" bIns="0" lIns="45720" rIns="45720"/>
          <a:lstStyle/>
          <a:p>
            <a:pPr algn="l">
              <a:spcBef>
                <a:spcPts val="0"/>
              </a:spcBef>
              <a:spcAft>
                <a:spcPts val="0"/>
              </a:spcAft>
            </a:pPr>
            <a:r>
              <a:rPr sz="800" b="1">
                <a:solidFill>
                  <a:srgbClr val="00A798"/>
                </a:solidFill>
                <a:latin typeface="Inter"/>
              </a:rPr>
              <a:t>ONCE, AS A FOL</a:t>
            </a:r>
          </a:p>
        </p:txBody>
      </p:sp>
      <p:sp>
        <p:nvSpPr>
          <p:cNvPr id="46" name="TextBox 20"/>
          <p:cNvSpPr txBox="1"/>
          <p:nvPr/>
        </p:nvSpPr>
        <p:spPr>
          <a:xfrm>
            <a:off x="6245352" y="1901952"/>
            <a:ext cx="5212080" cy="402336"/>
          </a:xfrm>
          <a:prstGeom prst="rect">
            <a:avLst/>
          </a:prstGeom>
          <a:noFill/>
        </p:spPr>
        <p:txBody>
          <a:bodyPr wrap="square" tIns="0" bIns="0" lIns="45720" rIns="45720"/>
          <a:lstStyle/>
          <a:p>
            <a:pPr algn="l">
              <a:spcBef>
                <a:spcPts val="0"/>
              </a:spcBef>
              <a:spcAft>
                <a:spcPts val="0"/>
              </a:spcAft>
            </a:pPr>
            <a:r>
              <a:rPr sz="1600" b="1">
                <a:solidFill>
                  <a:srgbClr val="4D4D4D"/>
                </a:solidFill>
                <a:latin typeface="Inter"/>
              </a:rPr>
              <a:t>Once, as a folder</a:t>
            </a:r>
          </a:p>
        </p:txBody>
      </p:sp>
      <p:sp>
        <p:nvSpPr>
          <p:cNvPr id="47" name="Oval 21"/>
          <p:cNvSpPr/>
          <p:nvPr/>
        </p:nvSpPr>
        <p:spPr>
          <a:xfrm>
            <a:off x="6281928" y="2532888"/>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22"/>
          <p:cNvSpPr txBox="1"/>
          <p:nvPr/>
        </p:nvSpPr>
        <p:spPr>
          <a:xfrm>
            <a:off x="6519672" y="2468880"/>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Instructions live in SKILL.md</a:t>
            </a:r>
          </a:p>
        </p:txBody>
      </p:sp>
      <p:sp>
        <p:nvSpPr>
          <p:cNvPr id="49" name="Oval 23"/>
          <p:cNvSpPr/>
          <p:nvPr/>
        </p:nvSpPr>
        <p:spPr>
          <a:xfrm>
            <a:off x="6281928" y="2935224"/>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24"/>
          <p:cNvSpPr txBox="1"/>
          <p:nvPr/>
        </p:nvSpPr>
        <p:spPr>
          <a:xfrm>
            <a:off x="6519672" y="2871216"/>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Conditional rules in references/</a:t>
            </a:r>
          </a:p>
        </p:txBody>
      </p:sp>
      <p:sp>
        <p:nvSpPr>
          <p:cNvPr id="51" name="Oval 25"/>
          <p:cNvSpPr/>
          <p:nvPr/>
        </p:nvSpPr>
        <p:spPr>
          <a:xfrm>
            <a:off x="6281928" y="3337560"/>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26"/>
          <p:cNvSpPr txBox="1"/>
          <p:nvPr/>
        </p:nvSpPr>
        <p:spPr>
          <a:xfrm>
            <a:off x="6519672" y="3273552"/>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Loaded only when the request matches</a:t>
            </a:r>
          </a:p>
        </p:txBody>
      </p:sp>
      <p:sp>
        <p:nvSpPr>
          <p:cNvPr id="53" name="Oval 27"/>
          <p:cNvSpPr/>
          <p:nvPr/>
        </p:nvSpPr>
        <p:spPr>
          <a:xfrm>
            <a:off x="6281928" y="3739896"/>
            <a:ext cx="164592" cy="164592"/>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28"/>
          <p:cNvSpPr txBox="1"/>
          <p:nvPr/>
        </p:nvSpPr>
        <p:spPr>
          <a:xfrm>
            <a:off x="6519672" y="3675888"/>
            <a:ext cx="4937760" cy="32004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Shareable, editable, versioned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55" name=""/>
        <p:cNvGrpSpPr/>
        <p:nvPr/>
      </p:nvGrpSpPr>
      <p:grpSpPr/>
      <p:sp>
        <p:nvSpPr>
          <p:cNvPr id="56" name="Title 1"/>
          <p:cNvSpPr>
            <a:spLocks noGrp="1"/>
          </p:cNvSpPr>
          <p:nvPr>
            <p:ph type="title"/>
          </p:nvPr>
        </p:nvSpPr>
        <p:spPr/>
        <p:txBody>
          <a:bodyPr>
            <a:normAutofit/>
          </a:bodyPr>
          <a:lstStyle/>
          <a:p>
            <a:r>
              <a:rPr lang="en-US" dirty="0" sz="2000">
                <a:latin typeface="Inter"/>
              </a:rPr>
              <a:t>Four costs a skill removes, and where each one goes</a:t>
            </a:r>
          </a:p>
        </p:txBody>
      </p:sp>
      <p:sp>
        <p:nvSpPr>
          <p:cNvPr id="57" name="Content Placeholder 2"/>
          <p:cNvSpPr>
            <a:spLocks noGrp="1"/>
          </p:cNvSpPr>
          <p:nvPr>
            <p:ph idx="13"/>
          </p:nvPr>
        </p:nvSpPr>
        <p:spPr/>
        <p:txBody>
          <a:bodyPr/>
          <a:lstStyle/>
          <a:p>
            <a:r>
              <a:rPr lang="en-US" dirty="0">
                <a:latin typeface="Inter"/>
                <a:solidFill>
                  <a:srgbClr val="4D4D4D"/>
                </a:solidFill>
              </a:rPr>
              <a:t>Foundations</a:t>
            </a:r>
          </a:p>
        </p:txBody>
      </p:sp>
      <p:sp>
        <p:nvSpPr>
          <p:cNvPr id="58"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59" name="Rounded Rectangle 4"/>
          <p:cNvSpPr/>
          <p:nvPr/>
        </p:nvSpPr>
        <p:spPr>
          <a:xfrm>
            <a:off x="457200" y="1371600"/>
            <a:ext cx="2674620" cy="3291840"/>
          </a:xfrm>
          <a:prstGeom prst="roundRect">
            <a:avLst>
              <a:gd name="adj" fmla="val 5000"/>
            </a:avLst>
          </a:prstGeom>
          <a:solidFill>
            <a:srgbClr val="E8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
          <p:cNvSpPr txBox="1"/>
          <p:nvPr/>
        </p:nvSpPr>
        <p:spPr>
          <a:xfrm>
            <a:off x="640080" y="1691640"/>
            <a:ext cx="2308860" cy="365760"/>
          </a:xfrm>
          <a:prstGeom prst="rect">
            <a:avLst/>
          </a:prstGeom>
          <a:noFill/>
        </p:spPr>
        <p:txBody>
          <a:bodyPr wrap="square" tIns="0" bIns="0" lIns="45720" rIns="45720"/>
          <a:lstStyle/>
          <a:p>
            <a:pPr algn="l">
              <a:spcBef>
                <a:spcPts val="0"/>
              </a:spcBef>
              <a:spcAft>
                <a:spcPts val="0"/>
              </a:spcAft>
            </a:pPr>
            <a:r>
              <a:rPr sz="1000" b="1">
                <a:solidFill>
                  <a:srgbClr val="1A3FD6"/>
                </a:solidFill>
                <a:latin typeface="Inter"/>
              </a:rPr>
              <a:t>Repetition</a:t>
            </a:r>
          </a:p>
        </p:txBody>
      </p:sp>
      <p:sp>
        <p:nvSpPr>
          <p:cNvPr id="61" name="TextBox 6"/>
          <p:cNvSpPr txBox="1"/>
          <p:nvPr/>
        </p:nvSpPr>
        <p:spPr>
          <a:xfrm>
            <a:off x="640080" y="2148840"/>
            <a:ext cx="2308860" cy="2011680"/>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The specification moves into the SKILL.md body and stops being retyped every week.</a:t>
            </a:r>
          </a:p>
        </p:txBody>
      </p:sp>
      <p:sp>
        <p:nvSpPr>
          <p:cNvPr id="62" name="Rounded Rectangle 7"/>
          <p:cNvSpPr/>
          <p:nvPr/>
        </p:nvSpPr>
        <p:spPr>
          <a:xfrm>
            <a:off x="640080" y="4251960"/>
            <a:ext cx="23088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8"/>
          <p:cNvSpPr txBox="1"/>
          <p:nvPr/>
        </p:nvSpPr>
        <p:spPr>
          <a:xfrm>
            <a:off x="640080" y="4270248"/>
            <a:ext cx="23088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COST 1</a:t>
            </a:r>
          </a:p>
        </p:txBody>
      </p:sp>
      <p:sp>
        <p:nvSpPr>
          <p:cNvPr id="64" name="Rounded Rectangle 9"/>
          <p:cNvSpPr/>
          <p:nvPr/>
        </p:nvSpPr>
        <p:spPr>
          <a:xfrm>
            <a:off x="3314700" y="1371600"/>
            <a:ext cx="2674620" cy="3291840"/>
          </a:xfrm>
          <a:prstGeom prst="roundRect">
            <a:avLst>
              <a:gd name="adj" fmla="val 5000"/>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10"/>
          <p:cNvSpPr txBox="1"/>
          <p:nvPr/>
        </p:nvSpPr>
        <p:spPr>
          <a:xfrm>
            <a:off x="3497580" y="1691640"/>
            <a:ext cx="2308860" cy="365760"/>
          </a:xfrm>
          <a:prstGeom prst="rect">
            <a:avLst/>
          </a:prstGeom>
          <a:noFill/>
        </p:spPr>
        <p:txBody>
          <a:bodyPr wrap="square" tIns="0" bIns="0" lIns="45720" rIns="45720"/>
          <a:lstStyle/>
          <a:p>
            <a:pPr algn="l">
              <a:spcBef>
                <a:spcPts val="0"/>
              </a:spcBef>
              <a:spcAft>
                <a:spcPts val="0"/>
              </a:spcAft>
            </a:pPr>
            <a:r>
              <a:rPr sz="1000" b="1">
                <a:solidFill>
                  <a:srgbClr val="1A3FD6"/>
                </a:solidFill>
                <a:latin typeface="Inter"/>
              </a:rPr>
              <a:t>Tacit knowledge</a:t>
            </a:r>
          </a:p>
        </p:txBody>
      </p:sp>
      <p:sp>
        <p:nvSpPr>
          <p:cNvPr id="66" name="TextBox 11"/>
          <p:cNvSpPr txBox="1"/>
          <p:nvPr/>
        </p:nvSpPr>
        <p:spPr>
          <a:xfrm>
            <a:off x="3497580" y="2148840"/>
            <a:ext cx="2308860" cy="2011680"/>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Benchmarks and decision rules get written down where anyone can read and review them.</a:t>
            </a:r>
          </a:p>
        </p:txBody>
      </p:sp>
      <p:sp>
        <p:nvSpPr>
          <p:cNvPr id="67" name="Rounded Rectangle 12"/>
          <p:cNvSpPr/>
          <p:nvPr/>
        </p:nvSpPr>
        <p:spPr>
          <a:xfrm>
            <a:off x="3497580" y="4251960"/>
            <a:ext cx="23088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13"/>
          <p:cNvSpPr txBox="1"/>
          <p:nvPr/>
        </p:nvSpPr>
        <p:spPr>
          <a:xfrm>
            <a:off x="3497580" y="4270248"/>
            <a:ext cx="23088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COST 2</a:t>
            </a:r>
          </a:p>
        </p:txBody>
      </p:sp>
      <p:sp>
        <p:nvSpPr>
          <p:cNvPr id="69" name="Rounded Rectangle 14"/>
          <p:cNvSpPr/>
          <p:nvPr/>
        </p:nvSpPr>
        <p:spPr>
          <a:xfrm>
            <a:off x="6172200" y="1371600"/>
            <a:ext cx="2674620" cy="3291840"/>
          </a:xfrm>
          <a:prstGeom prst="roundRect">
            <a:avLst>
              <a:gd name="adj" fmla="val 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15"/>
          <p:cNvSpPr txBox="1"/>
          <p:nvPr/>
        </p:nvSpPr>
        <p:spPr>
          <a:xfrm>
            <a:off x="6355080" y="1691640"/>
            <a:ext cx="2308860" cy="365760"/>
          </a:xfrm>
          <a:prstGeom prst="rect">
            <a:avLst/>
          </a:prstGeom>
          <a:noFill/>
        </p:spPr>
        <p:txBody>
          <a:bodyPr wrap="square" tIns="0" bIns="0" lIns="45720" rIns="45720"/>
          <a:lstStyle/>
          <a:p>
            <a:pPr algn="l">
              <a:spcBef>
                <a:spcPts val="0"/>
              </a:spcBef>
              <a:spcAft>
                <a:spcPts val="0"/>
              </a:spcAft>
            </a:pPr>
            <a:r>
              <a:rPr sz="1000" b="1">
                <a:solidFill>
                  <a:srgbClr val="1A3FD6"/>
                </a:solidFill>
                <a:latin typeface="Inter"/>
              </a:rPr>
              <a:t>Context pollution</a:t>
            </a:r>
          </a:p>
        </p:txBody>
      </p:sp>
      <p:sp>
        <p:nvSpPr>
          <p:cNvPr id="71" name="TextBox 16"/>
          <p:cNvSpPr txBox="1"/>
          <p:nvPr/>
        </p:nvSpPr>
        <p:spPr>
          <a:xfrm>
            <a:off x="6355080" y="2148840"/>
            <a:ext cx="2308860" cy="2011680"/>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Bulky conditional material moves to references/ and loads only when it is asked for.</a:t>
            </a:r>
          </a:p>
        </p:txBody>
      </p:sp>
      <p:sp>
        <p:nvSpPr>
          <p:cNvPr id="72" name="Rounded Rectangle 17"/>
          <p:cNvSpPr/>
          <p:nvPr/>
        </p:nvSpPr>
        <p:spPr>
          <a:xfrm>
            <a:off x="6355080" y="4251960"/>
            <a:ext cx="23088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18"/>
          <p:cNvSpPr txBox="1"/>
          <p:nvPr/>
        </p:nvSpPr>
        <p:spPr>
          <a:xfrm>
            <a:off x="6355080" y="4270248"/>
            <a:ext cx="23088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COST 3</a:t>
            </a:r>
          </a:p>
        </p:txBody>
      </p:sp>
      <p:sp>
        <p:nvSpPr>
          <p:cNvPr id="74" name="Rounded Rectangle 19"/>
          <p:cNvSpPr/>
          <p:nvPr/>
        </p:nvSpPr>
        <p:spPr>
          <a:xfrm>
            <a:off x="9029700" y="1371600"/>
            <a:ext cx="2674620" cy="3291840"/>
          </a:xfrm>
          <a:prstGeom prst="roundRect">
            <a:avLst>
              <a:gd name="adj" fmla="val 5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20"/>
          <p:cNvSpPr txBox="1"/>
          <p:nvPr/>
        </p:nvSpPr>
        <p:spPr>
          <a:xfrm>
            <a:off x="9212580" y="1691640"/>
            <a:ext cx="2308860" cy="365760"/>
          </a:xfrm>
          <a:prstGeom prst="rect">
            <a:avLst/>
          </a:prstGeom>
          <a:noFill/>
        </p:spPr>
        <p:txBody>
          <a:bodyPr wrap="square" tIns="0" bIns="0" lIns="45720" rIns="45720"/>
          <a:lstStyle/>
          <a:p>
            <a:pPr algn="l">
              <a:spcBef>
                <a:spcPts val="0"/>
              </a:spcBef>
              <a:spcAft>
                <a:spcPts val="0"/>
              </a:spcAft>
            </a:pPr>
            <a:r>
              <a:rPr sz="1000" b="1">
                <a:solidFill>
                  <a:srgbClr val="1A3FD6"/>
                </a:solidFill>
                <a:latin typeface="Inter"/>
              </a:rPr>
              <a:t>No distribution</a:t>
            </a:r>
          </a:p>
        </p:txBody>
      </p:sp>
      <p:sp>
        <p:nvSpPr>
          <p:cNvPr id="76" name="TextBox 21"/>
          <p:cNvSpPr txBox="1"/>
          <p:nvPr/>
        </p:nvSpPr>
        <p:spPr>
          <a:xfrm>
            <a:off x="9212580" y="2148840"/>
            <a:ext cx="2308860" cy="2011680"/>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 folder can be zipped, shared, installed elsewhere and kept under version control.</a:t>
            </a:r>
          </a:p>
        </p:txBody>
      </p:sp>
      <p:sp>
        <p:nvSpPr>
          <p:cNvPr id="77" name="Rounded Rectangle 22"/>
          <p:cNvSpPr/>
          <p:nvPr/>
        </p:nvSpPr>
        <p:spPr>
          <a:xfrm>
            <a:off x="9212580" y="4251960"/>
            <a:ext cx="23088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23"/>
          <p:cNvSpPr txBox="1"/>
          <p:nvPr/>
        </p:nvSpPr>
        <p:spPr>
          <a:xfrm>
            <a:off x="9212580" y="4270248"/>
            <a:ext cx="23088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COST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79" name=""/>
        <p:cNvGrpSpPr/>
        <p:nvPr/>
      </p:nvGrpSpPr>
      <p:grpSpPr/>
      <p:sp>
        <p:nvSpPr>
          <p:cNvPr id="80" name="Title 1"/>
          <p:cNvSpPr>
            <a:spLocks noGrp="1"/>
          </p:cNvSpPr>
          <p:nvPr>
            <p:ph type="title"/>
          </p:nvPr>
        </p:nvSpPr>
        <p:spPr/>
        <p:txBody>
          <a:bodyPr>
            <a:normAutofit/>
          </a:bodyPr>
          <a:lstStyle/>
          <a:p>
            <a:r>
              <a:rPr lang="en-US" dirty="0" sz="2000">
                <a:latin typeface="Inter"/>
              </a:rPr>
              <a:t>Frontmatter is the only part read before anything loads</a:t>
            </a:r>
          </a:p>
        </p:txBody>
      </p:sp>
      <p:sp>
        <p:nvSpPr>
          <p:cNvPr id="81" name="Content Placeholder 2"/>
          <p:cNvSpPr>
            <a:spLocks noGrp="1"/>
          </p:cNvSpPr>
          <p:nvPr>
            <p:ph idx="13"/>
          </p:nvPr>
        </p:nvSpPr>
        <p:spPr/>
        <p:txBody>
          <a:bodyPr/>
          <a:lstStyle/>
          <a:p>
            <a:r>
              <a:rPr lang="en-US" dirty="0">
                <a:latin typeface="Inter"/>
                <a:solidFill>
                  <a:srgbClr val="4D4D4D"/>
                </a:solidFill>
              </a:rPr>
              <a:t>Foundations</a:t>
            </a:r>
          </a:p>
        </p:txBody>
      </p:sp>
      <p:sp>
        <p:nvSpPr>
          <p:cNvPr id="82"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agentskills.io specification, published December 2025</a:t>
            </a:r>
          </a:p>
        </p:txBody>
      </p:sp>
      <p:sp>
        <p:nvSpPr>
          <p:cNvPr id="83" name="Rounded Rectangle 4"/>
          <p:cNvSpPr/>
          <p:nvPr/>
        </p:nvSpPr>
        <p:spPr>
          <a:xfrm>
            <a:off x="457200" y="2491740"/>
            <a:ext cx="281178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5"/>
          <p:cNvSpPr txBox="1"/>
          <p:nvPr/>
        </p:nvSpPr>
        <p:spPr>
          <a:xfrm>
            <a:off x="548640" y="2564892"/>
            <a:ext cx="262890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Field</a:t>
            </a:r>
          </a:p>
        </p:txBody>
      </p:sp>
      <p:sp>
        <p:nvSpPr>
          <p:cNvPr id="85" name="Rounded Rectangle 6"/>
          <p:cNvSpPr/>
          <p:nvPr/>
        </p:nvSpPr>
        <p:spPr>
          <a:xfrm>
            <a:off x="3268980" y="2491740"/>
            <a:ext cx="281178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7"/>
          <p:cNvSpPr txBox="1"/>
          <p:nvPr/>
        </p:nvSpPr>
        <p:spPr>
          <a:xfrm>
            <a:off x="3360420" y="2564892"/>
            <a:ext cx="262890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Required</a:t>
            </a:r>
          </a:p>
        </p:txBody>
      </p:sp>
      <p:sp>
        <p:nvSpPr>
          <p:cNvPr id="87" name="Rounded Rectangle 8"/>
          <p:cNvSpPr/>
          <p:nvPr/>
        </p:nvSpPr>
        <p:spPr>
          <a:xfrm>
            <a:off x="6080760" y="2491740"/>
            <a:ext cx="281178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9"/>
          <p:cNvSpPr txBox="1"/>
          <p:nvPr/>
        </p:nvSpPr>
        <p:spPr>
          <a:xfrm>
            <a:off x="6172200" y="2564892"/>
            <a:ext cx="262890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Limit</a:t>
            </a:r>
          </a:p>
        </p:txBody>
      </p:sp>
      <p:sp>
        <p:nvSpPr>
          <p:cNvPr id="89" name="Rounded Rectangle 10"/>
          <p:cNvSpPr/>
          <p:nvPr/>
        </p:nvSpPr>
        <p:spPr>
          <a:xfrm>
            <a:off x="8892540" y="2491740"/>
            <a:ext cx="281178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11"/>
          <p:cNvSpPr txBox="1"/>
          <p:nvPr/>
        </p:nvSpPr>
        <p:spPr>
          <a:xfrm>
            <a:off x="8983980" y="2564892"/>
            <a:ext cx="262890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What it is for</a:t>
            </a:r>
          </a:p>
        </p:txBody>
      </p:sp>
      <p:sp>
        <p:nvSpPr>
          <p:cNvPr id="91" name="Rectangle 12"/>
          <p:cNvSpPr/>
          <p:nvPr/>
        </p:nvSpPr>
        <p:spPr>
          <a:xfrm>
            <a:off x="457200" y="290322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13"/>
          <p:cNvSpPr txBox="1"/>
          <p:nvPr/>
        </p:nvSpPr>
        <p:spPr>
          <a:xfrm>
            <a:off x="548640" y="29580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name</a:t>
            </a:r>
          </a:p>
        </p:txBody>
      </p:sp>
      <p:sp>
        <p:nvSpPr>
          <p:cNvPr id="93" name="Rectangle 14"/>
          <p:cNvSpPr/>
          <p:nvPr/>
        </p:nvSpPr>
        <p:spPr>
          <a:xfrm>
            <a:off x="3268980" y="290322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15"/>
          <p:cNvSpPr txBox="1"/>
          <p:nvPr/>
        </p:nvSpPr>
        <p:spPr>
          <a:xfrm>
            <a:off x="3360420" y="29580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Yes</a:t>
            </a:r>
          </a:p>
        </p:txBody>
      </p:sp>
      <p:sp>
        <p:nvSpPr>
          <p:cNvPr id="95" name="Rectangle 16"/>
          <p:cNvSpPr/>
          <p:nvPr/>
        </p:nvSpPr>
        <p:spPr>
          <a:xfrm>
            <a:off x="6080760" y="290322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17"/>
          <p:cNvSpPr txBox="1"/>
          <p:nvPr/>
        </p:nvSpPr>
        <p:spPr>
          <a:xfrm>
            <a:off x="6172200" y="29580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64 chars</a:t>
            </a:r>
          </a:p>
        </p:txBody>
      </p:sp>
      <p:sp>
        <p:nvSpPr>
          <p:cNvPr id="97" name="Rectangle 18"/>
          <p:cNvSpPr/>
          <p:nvPr/>
        </p:nvSpPr>
        <p:spPr>
          <a:xfrm>
            <a:off x="8892540" y="290322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19"/>
          <p:cNvSpPr txBox="1"/>
          <p:nvPr/>
        </p:nvSpPr>
        <p:spPr>
          <a:xfrm>
            <a:off x="8983980" y="29580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Lowercase, hyphens; must match the folder name</a:t>
            </a:r>
          </a:p>
        </p:txBody>
      </p:sp>
      <p:sp>
        <p:nvSpPr>
          <p:cNvPr id="99" name="Rectangle 20"/>
          <p:cNvSpPr/>
          <p:nvPr/>
        </p:nvSpPr>
        <p:spPr>
          <a:xfrm>
            <a:off x="457200" y="326898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21"/>
          <p:cNvSpPr txBox="1"/>
          <p:nvPr/>
        </p:nvSpPr>
        <p:spPr>
          <a:xfrm>
            <a:off x="548640" y="332384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description</a:t>
            </a:r>
          </a:p>
        </p:txBody>
      </p:sp>
      <p:sp>
        <p:nvSpPr>
          <p:cNvPr id="101" name="Rectangle 22"/>
          <p:cNvSpPr/>
          <p:nvPr/>
        </p:nvSpPr>
        <p:spPr>
          <a:xfrm>
            <a:off x="3268980" y="326898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23"/>
          <p:cNvSpPr txBox="1"/>
          <p:nvPr/>
        </p:nvSpPr>
        <p:spPr>
          <a:xfrm>
            <a:off x="3360420" y="332384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Yes</a:t>
            </a:r>
          </a:p>
        </p:txBody>
      </p:sp>
      <p:sp>
        <p:nvSpPr>
          <p:cNvPr id="103" name="Rectangle 24"/>
          <p:cNvSpPr/>
          <p:nvPr/>
        </p:nvSpPr>
        <p:spPr>
          <a:xfrm>
            <a:off x="6080760" y="326898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25"/>
          <p:cNvSpPr txBox="1"/>
          <p:nvPr/>
        </p:nvSpPr>
        <p:spPr>
          <a:xfrm>
            <a:off x="6172200" y="332384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1,024 chars</a:t>
            </a:r>
          </a:p>
        </p:txBody>
      </p:sp>
      <p:sp>
        <p:nvSpPr>
          <p:cNvPr id="105" name="Rectangle 26"/>
          <p:cNvSpPr/>
          <p:nvPr/>
        </p:nvSpPr>
        <p:spPr>
          <a:xfrm>
            <a:off x="8892540" y="326898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27"/>
          <p:cNvSpPr txBox="1"/>
          <p:nvPr/>
        </p:nvSpPr>
        <p:spPr>
          <a:xfrm>
            <a:off x="8983980" y="332384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What it does and when to use it — the routing key</a:t>
            </a:r>
          </a:p>
        </p:txBody>
      </p:sp>
      <p:sp>
        <p:nvSpPr>
          <p:cNvPr id="107" name="Rectangle 28"/>
          <p:cNvSpPr/>
          <p:nvPr/>
        </p:nvSpPr>
        <p:spPr>
          <a:xfrm>
            <a:off x="457200" y="363474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29"/>
          <p:cNvSpPr txBox="1"/>
          <p:nvPr/>
        </p:nvSpPr>
        <p:spPr>
          <a:xfrm>
            <a:off x="548640" y="368960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license</a:t>
            </a:r>
          </a:p>
        </p:txBody>
      </p:sp>
      <p:sp>
        <p:nvSpPr>
          <p:cNvPr id="109" name="Rectangle 30"/>
          <p:cNvSpPr/>
          <p:nvPr/>
        </p:nvSpPr>
        <p:spPr>
          <a:xfrm>
            <a:off x="3268980" y="363474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31"/>
          <p:cNvSpPr txBox="1"/>
          <p:nvPr/>
        </p:nvSpPr>
        <p:spPr>
          <a:xfrm>
            <a:off x="3360420" y="368960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No</a:t>
            </a:r>
          </a:p>
        </p:txBody>
      </p:sp>
      <p:sp>
        <p:nvSpPr>
          <p:cNvPr id="111" name="Rectangle 32"/>
          <p:cNvSpPr/>
          <p:nvPr/>
        </p:nvSpPr>
        <p:spPr>
          <a:xfrm>
            <a:off x="6080760" y="363474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33"/>
          <p:cNvSpPr txBox="1"/>
          <p:nvPr/>
        </p:nvSpPr>
        <p:spPr>
          <a:xfrm>
            <a:off x="6172200" y="368960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t>
            </a:r>
          </a:p>
        </p:txBody>
      </p:sp>
      <p:sp>
        <p:nvSpPr>
          <p:cNvPr id="113" name="Rectangle 34"/>
          <p:cNvSpPr/>
          <p:nvPr/>
        </p:nvSpPr>
        <p:spPr>
          <a:xfrm>
            <a:off x="8892540" y="363474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35"/>
          <p:cNvSpPr txBox="1"/>
          <p:nvPr/>
        </p:nvSpPr>
        <p:spPr>
          <a:xfrm>
            <a:off x="8983980" y="368960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License name or a bundled license file</a:t>
            </a:r>
          </a:p>
        </p:txBody>
      </p:sp>
      <p:sp>
        <p:nvSpPr>
          <p:cNvPr id="115" name="Rectangle 36"/>
          <p:cNvSpPr/>
          <p:nvPr/>
        </p:nvSpPr>
        <p:spPr>
          <a:xfrm>
            <a:off x="457200" y="400050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37"/>
          <p:cNvSpPr txBox="1"/>
          <p:nvPr/>
        </p:nvSpPr>
        <p:spPr>
          <a:xfrm>
            <a:off x="548640" y="405536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compatibility</a:t>
            </a:r>
          </a:p>
        </p:txBody>
      </p:sp>
      <p:sp>
        <p:nvSpPr>
          <p:cNvPr id="117" name="Rectangle 38"/>
          <p:cNvSpPr/>
          <p:nvPr/>
        </p:nvSpPr>
        <p:spPr>
          <a:xfrm>
            <a:off x="3268980" y="400050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39"/>
          <p:cNvSpPr txBox="1"/>
          <p:nvPr/>
        </p:nvSpPr>
        <p:spPr>
          <a:xfrm>
            <a:off x="3360420" y="405536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No</a:t>
            </a:r>
          </a:p>
        </p:txBody>
      </p:sp>
      <p:sp>
        <p:nvSpPr>
          <p:cNvPr id="119" name="Rectangle 40"/>
          <p:cNvSpPr/>
          <p:nvPr/>
        </p:nvSpPr>
        <p:spPr>
          <a:xfrm>
            <a:off x="6080760" y="400050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41"/>
          <p:cNvSpPr txBox="1"/>
          <p:nvPr/>
        </p:nvSpPr>
        <p:spPr>
          <a:xfrm>
            <a:off x="6172200" y="405536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500 chars</a:t>
            </a:r>
          </a:p>
        </p:txBody>
      </p:sp>
      <p:sp>
        <p:nvSpPr>
          <p:cNvPr id="121" name="Rectangle 42"/>
          <p:cNvSpPr/>
          <p:nvPr/>
        </p:nvSpPr>
        <p:spPr>
          <a:xfrm>
            <a:off x="8892540" y="400050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43"/>
          <p:cNvSpPr txBox="1"/>
          <p:nvPr/>
        </p:nvSpPr>
        <p:spPr>
          <a:xfrm>
            <a:off x="8983980" y="405536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Environment needs: packages, network, host</a:t>
            </a:r>
          </a:p>
        </p:txBody>
      </p:sp>
      <p:sp>
        <p:nvSpPr>
          <p:cNvPr id="123" name="Rectangle 44"/>
          <p:cNvSpPr/>
          <p:nvPr/>
        </p:nvSpPr>
        <p:spPr>
          <a:xfrm>
            <a:off x="457200" y="436626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45"/>
          <p:cNvSpPr txBox="1"/>
          <p:nvPr/>
        </p:nvSpPr>
        <p:spPr>
          <a:xfrm>
            <a:off x="548640" y="442112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metadata</a:t>
            </a:r>
          </a:p>
        </p:txBody>
      </p:sp>
      <p:sp>
        <p:nvSpPr>
          <p:cNvPr id="125" name="Rectangle 46"/>
          <p:cNvSpPr/>
          <p:nvPr/>
        </p:nvSpPr>
        <p:spPr>
          <a:xfrm>
            <a:off x="3268980" y="436626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47"/>
          <p:cNvSpPr txBox="1"/>
          <p:nvPr/>
        </p:nvSpPr>
        <p:spPr>
          <a:xfrm>
            <a:off x="3360420" y="442112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No</a:t>
            </a:r>
          </a:p>
        </p:txBody>
      </p:sp>
      <p:sp>
        <p:nvSpPr>
          <p:cNvPr id="127" name="Rectangle 48"/>
          <p:cNvSpPr/>
          <p:nvPr/>
        </p:nvSpPr>
        <p:spPr>
          <a:xfrm>
            <a:off x="6080760" y="436626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49"/>
          <p:cNvSpPr txBox="1"/>
          <p:nvPr/>
        </p:nvSpPr>
        <p:spPr>
          <a:xfrm>
            <a:off x="6172200" y="442112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t>
            </a:r>
          </a:p>
        </p:txBody>
      </p:sp>
      <p:sp>
        <p:nvSpPr>
          <p:cNvPr id="129" name="Rectangle 50"/>
          <p:cNvSpPr/>
          <p:nvPr/>
        </p:nvSpPr>
        <p:spPr>
          <a:xfrm>
            <a:off x="8892540" y="4366260"/>
            <a:ext cx="28117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51"/>
          <p:cNvSpPr txBox="1"/>
          <p:nvPr/>
        </p:nvSpPr>
        <p:spPr>
          <a:xfrm>
            <a:off x="8983980" y="442112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Arbitrary key-value pairs such as author or version</a:t>
            </a:r>
          </a:p>
        </p:txBody>
      </p:sp>
      <p:sp>
        <p:nvSpPr>
          <p:cNvPr id="131" name="Rectangle 52"/>
          <p:cNvSpPr/>
          <p:nvPr/>
        </p:nvSpPr>
        <p:spPr>
          <a:xfrm>
            <a:off x="457200" y="473202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53"/>
          <p:cNvSpPr txBox="1"/>
          <p:nvPr/>
        </p:nvSpPr>
        <p:spPr>
          <a:xfrm>
            <a:off x="548640" y="47868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allowed-tools</a:t>
            </a:r>
          </a:p>
        </p:txBody>
      </p:sp>
      <p:sp>
        <p:nvSpPr>
          <p:cNvPr id="133" name="Rectangle 54"/>
          <p:cNvSpPr/>
          <p:nvPr/>
        </p:nvSpPr>
        <p:spPr>
          <a:xfrm>
            <a:off x="3268980" y="473202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55"/>
          <p:cNvSpPr txBox="1"/>
          <p:nvPr/>
        </p:nvSpPr>
        <p:spPr>
          <a:xfrm>
            <a:off x="3360420" y="47868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No</a:t>
            </a:r>
          </a:p>
        </p:txBody>
      </p:sp>
      <p:sp>
        <p:nvSpPr>
          <p:cNvPr id="135" name="Rectangle 56"/>
          <p:cNvSpPr/>
          <p:nvPr/>
        </p:nvSpPr>
        <p:spPr>
          <a:xfrm>
            <a:off x="6080760" y="473202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57"/>
          <p:cNvSpPr txBox="1"/>
          <p:nvPr/>
        </p:nvSpPr>
        <p:spPr>
          <a:xfrm>
            <a:off x="6172200" y="47868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Experimental</a:t>
            </a:r>
          </a:p>
        </p:txBody>
      </p:sp>
      <p:sp>
        <p:nvSpPr>
          <p:cNvPr id="137" name="Rectangle 58"/>
          <p:cNvSpPr/>
          <p:nvPr/>
        </p:nvSpPr>
        <p:spPr>
          <a:xfrm>
            <a:off x="8892540" y="4732020"/>
            <a:ext cx="281178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59"/>
          <p:cNvSpPr txBox="1"/>
          <p:nvPr/>
        </p:nvSpPr>
        <p:spPr>
          <a:xfrm>
            <a:off x="8983980" y="4786884"/>
            <a:ext cx="262890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Pre-approved tools; honoured in some hosts only</a:t>
            </a:r>
          </a:p>
        </p:txBody>
      </p:sp>
      <p:sp>
        <p:nvSpPr>
          <p:cNvPr id="139" name="Rectangle 60"/>
          <p:cNvSpPr/>
          <p:nvPr/>
        </p:nvSpPr>
        <p:spPr>
          <a:xfrm>
            <a:off x="457200" y="5097780"/>
            <a:ext cx="11247120" cy="18288"/>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40" name=""/>
        <p:cNvGrpSpPr/>
        <p:nvPr/>
      </p:nvGrpSpPr>
      <p:grpSpPr/>
      <p:sp>
        <p:nvSpPr>
          <p:cNvPr id="141" name="Title 1"/>
          <p:cNvSpPr>
            <a:spLocks noGrp="1"/>
          </p:cNvSpPr>
          <p:nvPr>
            <p:ph type="ctrTitle"/>
          </p:nvPr>
        </p:nvSpPr>
        <p:spPr>
          <a:xfrm>
            <a:off x="0" y="0"/>
            <a:ext cx="0" cy="0"/>
          </a:xfrm>
        </p:spPr>
        <p:txBody>
          <a:bodyPr/>
          <a:lstStyle/>
          <a:p>
            <a:r>
              <a:rPr lang="en-US" sz="100" dirty="0"/>
              <a:t> </a:t>
            </a:r>
          </a:p>
        </p:txBody>
      </p:sp>
      <p:sp>
        <p:nvSpPr>
          <p:cNvPr id="142" name="Subtitle 2"/>
          <p:cNvSpPr>
            <a:spLocks noGrp="1"/>
          </p:cNvSpPr>
          <p:nvPr>
            <p:ph type="subTitle" idx="1"/>
          </p:nvPr>
        </p:nvSpPr>
        <p:spPr>
          <a:xfrm>
            <a:off x="0" y="0"/>
            <a:ext cx="0" cy="0"/>
          </a:xfrm>
        </p:spPr>
        <p:txBody>
          <a:bodyPr/>
          <a:lstStyle/>
          <a:p>
            <a:r>
              <a:rPr lang="en-US" sz="100" dirty="0"/>
              <a:t> </a:t>
            </a:r>
          </a:p>
        </p:txBody>
      </p:sp>
      <p:sp>
        <p:nvSpPr>
          <p:cNvPr id="143" name="Text Placeholder 3"/>
          <p:cNvSpPr>
            <a:spLocks noGrp="1"/>
          </p:cNvSpPr>
          <p:nvPr>
            <p:ph type="body" idx="10" sz="quarter"/>
          </p:nvPr>
        </p:nvSpPr>
        <p:spPr/>
        <p:txBody>
          <a:bodyPr/>
          <a:lstStyle/>
          <a:p>
            <a:r>
              <a:rPr lang="en-US" dirty="0">
                <a:latin typeface="Inter"/>
              </a:rPr>
              <a:t>Section 02</a:t>
            </a:r>
          </a:p>
        </p:txBody>
      </p:sp>
      <p:sp>
        <p:nvSpPr>
          <p:cNvPr id="144"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Progressive disclosure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45" name=""/>
        <p:cNvGrpSpPr/>
        <p:nvPr/>
      </p:nvGrpSpPr>
      <p:grpSpPr/>
      <p:sp>
        <p:nvSpPr>
          <p:cNvPr id="146" name="Title 1"/>
          <p:cNvSpPr>
            <a:spLocks noGrp="1"/>
          </p:cNvSpPr>
          <p:nvPr>
            <p:ph type="title"/>
          </p:nvPr>
        </p:nvSpPr>
        <p:spPr/>
        <p:txBody>
          <a:bodyPr>
            <a:normAutofit/>
          </a:bodyPr>
          <a:lstStyle/>
          <a:p>
            <a:r>
              <a:rPr lang="en-US" dirty="0" sz="2000">
                <a:latin typeface="Inter"/>
              </a:rPr>
              <a:t>Three tiers, and only the first one is always paid for</a:t>
            </a:r>
          </a:p>
        </p:txBody>
      </p:sp>
      <p:sp>
        <p:nvSpPr>
          <p:cNvPr id="147" name="Content Placeholder 2"/>
          <p:cNvSpPr>
            <a:spLocks noGrp="1"/>
          </p:cNvSpPr>
          <p:nvPr>
            <p:ph idx="13"/>
          </p:nvPr>
        </p:nvSpPr>
        <p:spPr/>
        <p:txBody>
          <a:bodyPr/>
          <a:lstStyle/>
          <a:p>
            <a:r>
              <a:rPr lang="en-US" dirty="0">
                <a:latin typeface="Inter"/>
                <a:solidFill>
                  <a:srgbClr val="4D4D4D"/>
                </a:solidFill>
              </a:rPr>
              <a:t>Progressive disclosure</a:t>
            </a:r>
          </a:p>
        </p:txBody>
      </p:sp>
      <p:sp>
        <p:nvSpPr>
          <p:cNvPr id="148"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149" name="Rounded Rectangle 4"/>
          <p:cNvSpPr/>
          <p:nvPr/>
        </p:nvSpPr>
        <p:spPr>
          <a:xfrm>
            <a:off x="502920" y="1920240"/>
            <a:ext cx="7315200" cy="1097280"/>
          </a:xfrm>
          <a:prstGeom prst="roundRect">
            <a:avLst>
              <a:gd name="adj" fmla="val 4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ounded Rectangle 5"/>
          <p:cNvSpPr/>
          <p:nvPr/>
        </p:nvSpPr>
        <p:spPr>
          <a:xfrm>
            <a:off x="457200" y="1874520"/>
            <a:ext cx="7315200" cy="109728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6"/>
          <p:cNvSpPr txBox="1"/>
          <p:nvPr/>
        </p:nvSpPr>
        <p:spPr>
          <a:xfrm>
            <a:off x="731520" y="2057400"/>
            <a:ext cx="6766560" cy="274320"/>
          </a:xfrm>
          <a:prstGeom prst="rect">
            <a:avLst/>
          </a:prstGeom>
          <a:noFill/>
        </p:spPr>
        <p:txBody>
          <a:bodyPr wrap="square" tIns="0" bIns="0" lIns="45720" rIns="45720"/>
          <a:lstStyle/>
          <a:p>
            <a:pPr algn="l">
              <a:spcBef>
                <a:spcPts val="0"/>
              </a:spcBef>
              <a:spcAft>
                <a:spcPts val="0"/>
              </a:spcAft>
            </a:pPr>
            <a:r>
              <a:rPr sz="1400" b="1">
                <a:solidFill>
                  <a:srgbClr val="FFFFFF"/>
                </a:solidFill>
                <a:latin typeface="Inter"/>
              </a:rPr>
              <a:t>Tier 1 — Metadata</a:t>
            </a:r>
          </a:p>
        </p:txBody>
      </p:sp>
      <p:sp>
        <p:nvSpPr>
          <p:cNvPr id="152" name="TextBox 7"/>
          <p:cNvSpPr txBox="1"/>
          <p:nvPr/>
        </p:nvSpPr>
        <p:spPr>
          <a:xfrm>
            <a:off x="8138160" y="2011680"/>
            <a:ext cx="3383280" cy="8229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Name and description for every installed skill. Loaded at session start.</a:t>
            </a:r>
          </a:p>
        </p:txBody>
      </p:sp>
      <p:sp>
        <p:nvSpPr>
          <p:cNvPr id="153" name="Rounded Rectangle 8"/>
          <p:cNvSpPr/>
          <p:nvPr/>
        </p:nvSpPr>
        <p:spPr>
          <a:xfrm>
            <a:off x="502920" y="3291840"/>
            <a:ext cx="5266944" cy="1097280"/>
          </a:xfrm>
          <a:prstGeom prst="roundRect">
            <a:avLst>
              <a:gd name="adj" fmla="val 4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ounded Rectangle 9"/>
          <p:cNvSpPr/>
          <p:nvPr/>
        </p:nvSpPr>
        <p:spPr>
          <a:xfrm>
            <a:off x="457200" y="3246120"/>
            <a:ext cx="5266944" cy="109728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0"/>
          <p:cNvSpPr txBox="1"/>
          <p:nvPr/>
        </p:nvSpPr>
        <p:spPr>
          <a:xfrm>
            <a:off x="731520" y="3429000"/>
            <a:ext cx="4718304" cy="274320"/>
          </a:xfrm>
          <a:prstGeom prst="rect">
            <a:avLst/>
          </a:prstGeom>
          <a:noFill/>
        </p:spPr>
        <p:txBody>
          <a:bodyPr wrap="square" tIns="0" bIns="0" lIns="45720" rIns="45720"/>
          <a:lstStyle/>
          <a:p>
            <a:pPr algn="l">
              <a:spcBef>
                <a:spcPts val="0"/>
              </a:spcBef>
              <a:spcAft>
                <a:spcPts val="0"/>
              </a:spcAft>
            </a:pPr>
            <a:r>
              <a:rPr sz="1400" b="1">
                <a:solidFill>
                  <a:srgbClr val="FFFFFF"/>
                </a:solidFill>
                <a:latin typeface="Inter"/>
              </a:rPr>
              <a:t>Tier 2 — Instructions</a:t>
            </a:r>
          </a:p>
        </p:txBody>
      </p:sp>
      <p:sp>
        <p:nvSpPr>
          <p:cNvPr id="156" name="TextBox 11"/>
          <p:cNvSpPr txBox="1"/>
          <p:nvPr/>
        </p:nvSpPr>
        <p:spPr>
          <a:xfrm>
            <a:off x="8138160" y="3383280"/>
            <a:ext cx="3383280" cy="8229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The full SKILL.md body, loaded when the description matches the request.</a:t>
            </a:r>
          </a:p>
        </p:txBody>
      </p:sp>
      <p:sp>
        <p:nvSpPr>
          <p:cNvPr id="157" name="Rounded Rectangle 12"/>
          <p:cNvSpPr/>
          <p:nvPr/>
        </p:nvSpPr>
        <p:spPr>
          <a:xfrm>
            <a:off x="502920" y="4663440"/>
            <a:ext cx="3218688" cy="1097280"/>
          </a:xfrm>
          <a:prstGeom prst="roundRect">
            <a:avLst>
              <a:gd name="adj" fmla="val 4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3"/>
          <p:cNvSpPr/>
          <p:nvPr/>
        </p:nvSpPr>
        <p:spPr>
          <a:xfrm>
            <a:off x="457200" y="4617720"/>
            <a:ext cx="3218688" cy="109728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4"/>
          <p:cNvSpPr txBox="1"/>
          <p:nvPr/>
        </p:nvSpPr>
        <p:spPr>
          <a:xfrm>
            <a:off x="731520" y="4800600"/>
            <a:ext cx="2670048" cy="274320"/>
          </a:xfrm>
          <a:prstGeom prst="rect">
            <a:avLst/>
          </a:prstGeom>
          <a:noFill/>
        </p:spPr>
        <p:txBody>
          <a:bodyPr wrap="square" tIns="0" bIns="0" lIns="45720" rIns="45720"/>
          <a:lstStyle/>
          <a:p>
            <a:pPr algn="l">
              <a:spcBef>
                <a:spcPts val="0"/>
              </a:spcBef>
              <a:spcAft>
                <a:spcPts val="0"/>
              </a:spcAft>
            </a:pPr>
            <a:r>
              <a:rPr sz="1400" b="1">
                <a:solidFill>
                  <a:srgbClr val="FFFFFF"/>
                </a:solidFill>
                <a:latin typeface="Inter"/>
              </a:rPr>
              <a:t>Tier 3 — Resources</a:t>
            </a:r>
          </a:p>
        </p:txBody>
      </p:sp>
      <p:sp>
        <p:nvSpPr>
          <p:cNvPr id="160" name="TextBox 15"/>
          <p:cNvSpPr txBox="1"/>
          <p:nvPr/>
        </p:nvSpPr>
        <p:spPr>
          <a:xfrm>
            <a:off x="8138160" y="4754880"/>
            <a:ext cx="3383280" cy="8229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Reference files, assets and scripts, only when the body directs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61" name=""/>
        <p:cNvGrpSpPr/>
        <p:nvPr/>
      </p:nvGrpSpPr>
      <p:grpSpPr/>
      <p:sp>
        <p:nvSpPr>
          <p:cNvPr id="162" name="Title 1"/>
          <p:cNvSpPr>
            <a:spLocks noGrp="1"/>
          </p:cNvSpPr>
          <p:nvPr>
            <p:ph type="title"/>
          </p:nvPr>
        </p:nvSpPr>
        <p:spPr/>
        <p:txBody>
          <a:bodyPr>
            <a:normAutofit/>
          </a:bodyPr>
          <a:lstStyle/>
          <a:p>
            <a:r>
              <a:rPr lang="en-US" dirty="0" sz="2000">
                <a:latin typeface="Inter"/>
              </a:rPr>
              <a:t>The cost profile is what should drive your design</a:t>
            </a:r>
          </a:p>
        </p:txBody>
      </p:sp>
      <p:sp>
        <p:nvSpPr>
          <p:cNvPr id="163" name="Content Placeholder 2"/>
          <p:cNvSpPr>
            <a:spLocks noGrp="1"/>
          </p:cNvSpPr>
          <p:nvPr>
            <p:ph idx="13"/>
          </p:nvPr>
        </p:nvSpPr>
        <p:spPr/>
        <p:txBody>
          <a:bodyPr/>
          <a:lstStyle/>
          <a:p>
            <a:r>
              <a:rPr lang="en-US" dirty="0">
                <a:latin typeface="Inter"/>
                <a:solidFill>
                  <a:srgbClr val="4D4D4D"/>
                </a:solidFill>
              </a:rPr>
              <a:t>Progressive disclosure</a:t>
            </a:r>
          </a:p>
        </p:txBody>
      </p:sp>
      <p:sp>
        <p:nvSpPr>
          <p:cNvPr id="164"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165" name="Rounded Rectangle 4"/>
          <p:cNvSpPr/>
          <p:nvPr/>
        </p:nvSpPr>
        <p:spPr>
          <a:xfrm>
            <a:off x="457200" y="1280160"/>
            <a:ext cx="4273905" cy="5029200"/>
          </a:xfrm>
          <a:prstGeom prst="roundRect">
            <a:avLst>
              <a:gd name="adj" fmla="val 6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5"/>
          <p:cNvSpPr txBox="1"/>
          <p:nvPr/>
        </p:nvSpPr>
        <p:spPr>
          <a:xfrm>
            <a:off x="822960" y="1737360"/>
            <a:ext cx="3542385" cy="914400"/>
          </a:xfrm>
          <a:prstGeom prst="rect">
            <a:avLst/>
          </a:prstGeom>
          <a:noFill/>
        </p:spPr>
        <p:txBody>
          <a:bodyPr wrap="square" tIns="0" bIns="0" lIns="45720" rIns="45720"/>
          <a:lstStyle/>
          <a:p>
            <a:pPr algn="l">
              <a:spcBef>
                <a:spcPts val="0"/>
              </a:spcBef>
              <a:spcAft>
                <a:spcPts val="0"/>
              </a:spcAft>
            </a:pPr>
            <a:r>
              <a:rPr sz="2200" b="1">
                <a:solidFill>
                  <a:srgbClr val="FFFFFF"/>
                </a:solidFill>
                <a:latin typeface="Inter"/>
              </a:rPr>
              <a:t>Context is a shared resource</a:t>
            </a:r>
          </a:p>
        </p:txBody>
      </p:sp>
      <p:sp>
        <p:nvSpPr>
          <p:cNvPr id="167" name="TextBox 6"/>
          <p:cNvSpPr txBox="1"/>
          <p:nvPr/>
        </p:nvSpPr>
        <p:spPr>
          <a:xfrm>
            <a:off x="822960" y="2926080"/>
            <a:ext cx="3542385" cy="2926080"/>
          </a:xfrm>
          <a:prstGeom prst="rect">
            <a:avLst/>
          </a:prstGeom>
          <a:noFill/>
        </p:spPr>
        <p:txBody>
          <a:bodyPr wrap="square" tIns="0" bIns="0" lIns="45720" rIns="45720"/>
          <a:lstStyle/>
          <a:p>
            <a:pPr algn="l">
              <a:spcBef>
                <a:spcPts val="0"/>
              </a:spcBef>
              <a:spcAft>
                <a:spcPts val="0"/>
              </a:spcAft>
            </a:pPr>
            <a:r>
              <a:rPr sz="1300" b="0">
                <a:solidFill>
                  <a:srgbClr val="FFFFFF"/>
                </a:solidFill>
                <a:latin typeface="Inter"/>
              </a:rPr>
              <a:t>Every token you add raises cost, fills the window faster and increases the chance of a degraded answer. Progressive disclosure is an accuracy mechanism as much as an economy one.</a:t>
            </a:r>
          </a:p>
        </p:txBody>
      </p:sp>
      <p:sp>
        <p:nvSpPr>
          <p:cNvPr id="168" name="Rounded Rectangle 7"/>
          <p:cNvSpPr/>
          <p:nvPr/>
        </p:nvSpPr>
        <p:spPr>
          <a:xfrm>
            <a:off x="5226710" y="1325880"/>
            <a:ext cx="3193084" cy="24460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ounded Rectangle 8"/>
          <p:cNvSpPr/>
          <p:nvPr/>
        </p:nvSpPr>
        <p:spPr>
          <a:xfrm>
            <a:off x="5180990" y="1280160"/>
            <a:ext cx="3193084" cy="24460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9"/>
          <p:cNvSpPr txBox="1"/>
          <p:nvPr/>
        </p:nvSpPr>
        <p:spPr>
          <a:xfrm>
            <a:off x="5363870" y="1554480"/>
            <a:ext cx="2827324" cy="731520"/>
          </a:xfrm>
          <a:prstGeom prst="rect">
            <a:avLst/>
          </a:prstGeom>
          <a:noFill/>
        </p:spPr>
        <p:txBody>
          <a:bodyPr wrap="square" tIns="0" bIns="0" lIns="45720" rIns="45720"/>
          <a:lstStyle/>
          <a:p>
            <a:pPr algn="ctr">
              <a:spcBef>
                <a:spcPts val="0"/>
              </a:spcBef>
              <a:spcAft>
                <a:spcPts val="0"/>
              </a:spcAft>
            </a:pPr>
            <a:r>
              <a:rPr sz="3200" b="1">
                <a:solidFill>
                  <a:srgbClr val="1A3FD6"/>
                </a:solidFill>
                <a:latin typeface="Inter"/>
              </a:rPr>
              <a:t>~100</a:t>
            </a:r>
          </a:p>
        </p:txBody>
      </p:sp>
      <p:sp>
        <p:nvSpPr>
          <p:cNvPr id="171" name="TextBox 10"/>
          <p:cNvSpPr txBox="1"/>
          <p:nvPr/>
        </p:nvSpPr>
        <p:spPr>
          <a:xfrm>
            <a:off x="5318150" y="2994660"/>
            <a:ext cx="2918764" cy="5486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tokens per installed skill, always loaded</a:t>
            </a:r>
          </a:p>
        </p:txBody>
      </p:sp>
      <p:sp>
        <p:nvSpPr>
          <p:cNvPr id="172" name="Rounded Rectangle 11"/>
          <p:cNvSpPr/>
          <p:nvPr/>
        </p:nvSpPr>
        <p:spPr>
          <a:xfrm>
            <a:off x="8556955" y="1325880"/>
            <a:ext cx="3193084" cy="24460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ounded Rectangle 12"/>
          <p:cNvSpPr/>
          <p:nvPr/>
        </p:nvSpPr>
        <p:spPr>
          <a:xfrm>
            <a:off x="8511235" y="1280160"/>
            <a:ext cx="3193084" cy="24460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3"/>
          <p:cNvSpPr txBox="1"/>
          <p:nvPr/>
        </p:nvSpPr>
        <p:spPr>
          <a:xfrm>
            <a:off x="8694115" y="1554480"/>
            <a:ext cx="2827324" cy="731520"/>
          </a:xfrm>
          <a:prstGeom prst="rect">
            <a:avLst/>
          </a:prstGeom>
          <a:noFill/>
        </p:spPr>
        <p:txBody>
          <a:bodyPr wrap="square" tIns="0" bIns="0" lIns="45720" rIns="45720"/>
          <a:lstStyle/>
          <a:p>
            <a:pPr algn="ctr">
              <a:spcBef>
                <a:spcPts val="0"/>
              </a:spcBef>
              <a:spcAft>
                <a:spcPts val="0"/>
              </a:spcAft>
            </a:pPr>
            <a:r>
              <a:rPr sz="3200" b="1">
                <a:solidFill>
                  <a:srgbClr val="00A798"/>
                </a:solidFill>
                <a:latin typeface="Inter"/>
              </a:rPr>
              <a:t>5,000</a:t>
            </a:r>
          </a:p>
        </p:txBody>
      </p:sp>
      <p:sp>
        <p:nvSpPr>
          <p:cNvPr id="175" name="TextBox 14"/>
          <p:cNvSpPr txBox="1"/>
          <p:nvPr/>
        </p:nvSpPr>
        <p:spPr>
          <a:xfrm>
            <a:off x="8648395" y="2994660"/>
            <a:ext cx="2918764" cy="5486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token target for the SKILL.md body</a:t>
            </a:r>
          </a:p>
        </p:txBody>
      </p:sp>
      <p:sp>
        <p:nvSpPr>
          <p:cNvPr id="176" name="Rounded Rectangle 15"/>
          <p:cNvSpPr/>
          <p:nvPr/>
        </p:nvSpPr>
        <p:spPr>
          <a:xfrm>
            <a:off x="5226710" y="3909060"/>
            <a:ext cx="3193084" cy="24460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ounded Rectangle 16"/>
          <p:cNvSpPr/>
          <p:nvPr/>
        </p:nvSpPr>
        <p:spPr>
          <a:xfrm>
            <a:off x="5180990" y="3863340"/>
            <a:ext cx="3193084" cy="24460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
          <p:cNvSpPr txBox="1"/>
          <p:nvPr/>
        </p:nvSpPr>
        <p:spPr>
          <a:xfrm>
            <a:off x="5363870" y="4137660"/>
            <a:ext cx="2827324" cy="731520"/>
          </a:xfrm>
          <a:prstGeom prst="rect">
            <a:avLst/>
          </a:prstGeom>
          <a:noFill/>
        </p:spPr>
        <p:txBody>
          <a:bodyPr wrap="square" tIns="0" bIns="0" lIns="45720" rIns="45720"/>
          <a:lstStyle/>
          <a:p>
            <a:pPr algn="ctr">
              <a:spcBef>
                <a:spcPts val="0"/>
              </a:spcBef>
              <a:spcAft>
                <a:spcPts val="0"/>
              </a:spcAft>
            </a:pPr>
            <a:r>
              <a:rPr sz="3200" b="1">
                <a:solidFill>
                  <a:srgbClr val="0626A9"/>
                </a:solidFill>
                <a:latin typeface="Inter"/>
              </a:rPr>
              <a:t>70-90%</a:t>
            </a:r>
          </a:p>
        </p:txBody>
      </p:sp>
      <p:sp>
        <p:nvSpPr>
          <p:cNvPr id="179" name="TextBox 18"/>
          <p:cNvSpPr txBox="1"/>
          <p:nvPr/>
        </p:nvSpPr>
        <p:spPr>
          <a:xfrm>
            <a:off x="5318150" y="5577840"/>
            <a:ext cx="2918764" cy="5486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reported saving versus static context</a:t>
            </a:r>
          </a:p>
        </p:txBody>
      </p:sp>
      <p:sp>
        <p:nvSpPr>
          <p:cNvPr id="180" name="Rounded Rectangle 19"/>
          <p:cNvSpPr/>
          <p:nvPr/>
        </p:nvSpPr>
        <p:spPr>
          <a:xfrm>
            <a:off x="8556955" y="3909060"/>
            <a:ext cx="3193084" cy="24460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ounded Rectangle 20"/>
          <p:cNvSpPr/>
          <p:nvPr/>
        </p:nvSpPr>
        <p:spPr>
          <a:xfrm>
            <a:off x="8511235" y="3863340"/>
            <a:ext cx="3193084" cy="24460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21"/>
          <p:cNvSpPr txBox="1"/>
          <p:nvPr/>
        </p:nvSpPr>
        <p:spPr>
          <a:xfrm>
            <a:off x="8694115" y="4137660"/>
            <a:ext cx="2827324" cy="731520"/>
          </a:xfrm>
          <a:prstGeom prst="rect">
            <a:avLst/>
          </a:prstGeom>
          <a:noFill/>
        </p:spPr>
        <p:txBody>
          <a:bodyPr wrap="square" tIns="0" bIns="0" lIns="45720" rIns="45720"/>
          <a:lstStyle/>
          <a:p>
            <a:pPr algn="ctr">
              <a:spcBef>
                <a:spcPts val="0"/>
              </a:spcBef>
              <a:spcAft>
                <a:spcPts val="0"/>
              </a:spcAft>
            </a:pPr>
            <a:r>
              <a:rPr sz="3200" b="1">
                <a:solidFill>
                  <a:srgbClr val="118A5E"/>
                </a:solidFill>
                <a:latin typeface="Inter"/>
              </a:rPr>
              <a:t>100+</a:t>
            </a:r>
          </a:p>
        </p:txBody>
      </p:sp>
      <p:sp>
        <p:nvSpPr>
          <p:cNvPr id="183" name="TextBox 22"/>
          <p:cNvSpPr txBox="1"/>
          <p:nvPr/>
        </p:nvSpPr>
        <p:spPr>
          <a:xfrm>
            <a:off x="8648395" y="5577840"/>
            <a:ext cx="2918764" cy="5486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skills a single system can carry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84" name=""/>
        <p:cNvGrpSpPr/>
        <p:nvPr/>
      </p:nvGrpSpPr>
      <p:grpSpPr/>
      <p:sp>
        <p:nvSpPr>
          <p:cNvPr id="185" name="Title 1"/>
          <p:cNvSpPr>
            <a:spLocks noGrp="1"/>
          </p:cNvSpPr>
          <p:nvPr>
            <p:ph type="title"/>
          </p:nvPr>
        </p:nvSpPr>
        <p:spPr/>
        <p:txBody>
          <a:bodyPr>
            <a:normAutofit/>
          </a:bodyPr>
          <a:lstStyle/>
          <a:p>
            <a:r>
              <a:rPr lang="en-US" dirty="0" sz="2000">
                <a:latin typeface="Inter"/>
              </a:rPr>
              <a:t>Three places progressive disclosure does not save you</a:t>
            </a:r>
          </a:p>
        </p:txBody>
      </p:sp>
      <p:sp>
        <p:nvSpPr>
          <p:cNvPr id="186" name="Content Placeholder 2"/>
          <p:cNvSpPr>
            <a:spLocks noGrp="1"/>
          </p:cNvSpPr>
          <p:nvPr>
            <p:ph idx="13"/>
          </p:nvPr>
        </p:nvSpPr>
        <p:spPr/>
        <p:txBody>
          <a:bodyPr/>
          <a:lstStyle/>
          <a:p>
            <a:r>
              <a:rPr lang="en-US" dirty="0">
                <a:latin typeface="Inter"/>
                <a:solidFill>
                  <a:srgbClr val="4D4D4D"/>
                </a:solidFill>
              </a:rPr>
              <a:t>Progressive disclosure</a:t>
            </a:r>
          </a:p>
        </p:txBody>
      </p:sp>
      <p:sp>
        <p:nvSpPr>
          <p:cNvPr id="187"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188" name="Rounded Rectangle 4"/>
          <p:cNvSpPr/>
          <p:nvPr/>
        </p:nvSpPr>
        <p:spPr>
          <a:xfrm>
            <a:off x="457200" y="2176272"/>
            <a:ext cx="11247120" cy="411480"/>
          </a:xfrm>
          <a:prstGeom prst="roundRect">
            <a:avLst>
              <a:gd name="adj" fmla="val 3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5"/>
          <p:cNvSpPr txBox="1"/>
          <p:nvPr/>
        </p:nvSpPr>
        <p:spPr>
          <a:xfrm>
            <a:off x="731520" y="2249424"/>
            <a:ext cx="10698480" cy="256032"/>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A skill attached to a subagent</a:t>
            </a:r>
          </a:p>
        </p:txBody>
      </p:sp>
      <p:sp>
        <p:nvSpPr>
          <p:cNvPr id="190" name="Rounded Rectangle 6"/>
          <p:cNvSpPr/>
          <p:nvPr/>
        </p:nvSpPr>
        <p:spPr>
          <a:xfrm>
            <a:off x="457200" y="2587752"/>
            <a:ext cx="11247120" cy="594360"/>
          </a:xfrm>
          <a:prstGeom prst="roundRect">
            <a:avLst>
              <a:gd name="adj" fmla="val 3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7"/>
          <p:cNvSpPr txBox="1"/>
          <p:nvPr/>
        </p:nvSpPr>
        <p:spPr>
          <a:xfrm>
            <a:off x="731520" y="2660904"/>
            <a:ext cx="10698480" cy="44805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The full SKILL.md is injected when the subagent is dispatched. No further disclosure happens, so budget for the whole body.</a:t>
            </a:r>
          </a:p>
        </p:txBody>
      </p:sp>
      <p:sp>
        <p:nvSpPr>
          <p:cNvPr id="192" name="Rounded Rectangle 8"/>
          <p:cNvSpPr/>
          <p:nvPr/>
        </p:nvSpPr>
        <p:spPr>
          <a:xfrm>
            <a:off x="457200" y="3255264"/>
            <a:ext cx="11247120" cy="411480"/>
          </a:xfrm>
          <a:prstGeom prst="roundRect">
            <a:avLst>
              <a:gd name="adj" fmla="val 3000"/>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9"/>
          <p:cNvSpPr txBox="1"/>
          <p:nvPr/>
        </p:nvSpPr>
        <p:spPr>
          <a:xfrm>
            <a:off x="731520" y="3328416"/>
            <a:ext cx="10698480" cy="256032"/>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A reference file read unconditionally</a:t>
            </a:r>
          </a:p>
        </p:txBody>
      </p:sp>
      <p:sp>
        <p:nvSpPr>
          <p:cNvPr id="194" name="Rounded Rectangle 10"/>
          <p:cNvSpPr/>
          <p:nvPr/>
        </p:nvSpPr>
        <p:spPr>
          <a:xfrm>
            <a:off x="457200" y="3666744"/>
            <a:ext cx="11247120" cy="594360"/>
          </a:xfrm>
          <a:prstGeom prst="roundRect">
            <a:avLst>
              <a:gd name="adj" fmla="val 3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1"/>
          <p:cNvSpPr txBox="1"/>
          <p:nvPr/>
        </p:nvSpPr>
        <p:spPr>
          <a:xfrm>
            <a:off x="731520" y="3739896"/>
            <a:ext cx="10698480" cy="44805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If the body always reads it, you have written a long SKILL.md in two files. The saving comes from the condition, not the split.</a:t>
            </a:r>
          </a:p>
        </p:txBody>
      </p:sp>
      <p:sp>
        <p:nvSpPr>
          <p:cNvPr id="196" name="Rounded Rectangle 12"/>
          <p:cNvSpPr/>
          <p:nvPr/>
        </p:nvSpPr>
        <p:spPr>
          <a:xfrm>
            <a:off x="457200" y="4334256"/>
            <a:ext cx="11247120" cy="411480"/>
          </a:xfrm>
          <a:prstGeom prst="roundRect">
            <a:avLst>
              <a:gd name="adj" fmla="val 3000"/>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3"/>
          <p:cNvSpPr txBox="1"/>
          <p:nvPr/>
        </p:nvSpPr>
        <p:spPr>
          <a:xfrm>
            <a:off x="731520" y="4407408"/>
            <a:ext cx="10698480" cy="256032"/>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A bloated skill library</a:t>
            </a:r>
          </a:p>
        </p:txBody>
      </p:sp>
      <p:sp>
        <p:nvSpPr>
          <p:cNvPr id="198" name="Rounded Rectangle 14"/>
          <p:cNvSpPr/>
          <p:nvPr/>
        </p:nvSpPr>
        <p:spPr>
          <a:xfrm>
            <a:off x="457200" y="4745736"/>
            <a:ext cx="11247120" cy="594360"/>
          </a:xfrm>
          <a:prstGeom prst="roundRect">
            <a:avLst>
              <a:gd name="adj" fmla="val 3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5"/>
          <p:cNvSpPr txBox="1"/>
          <p:nvPr/>
        </p:nvSpPr>
        <p:spPr>
          <a:xfrm>
            <a:off x="731520" y="4818888"/>
            <a:ext cx="10698480" cy="44805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Metadata cost is per installed skill, not per used skill. Fifty unused skills still carry a standing tax. Prune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200" name=""/>
        <p:cNvGrpSpPr/>
        <p:nvPr/>
      </p:nvGrpSpPr>
      <p:grpSpPr/>
      <p:sp>
        <p:nvSpPr>
          <p:cNvPr id="201" name="Title 1"/>
          <p:cNvSpPr>
            <a:spLocks noGrp="1"/>
          </p:cNvSpPr>
          <p:nvPr>
            <p:ph type="ctrTitle"/>
          </p:nvPr>
        </p:nvSpPr>
        <p:spPr>
          <a:xfrm>
            <a:off x="0" y="0"/>
            <a:ext cx="0" cy="0"/>
          </a:xfrm>
        </p:spPr>
        <p:txBody>
          <a:bodyPr/>
          <a:lstStyle/>
          <a:p>
            <a:r>
              <a:rPr lang="en-US" sz="100" dirty="0"/>
              <a:t> </a:t>
            </a:r>
          </a:p>
        </p:txBody>
      </p:sp>
      <p:sp>
        <p:nvSpPr>
          <p:cNvPr id="202" name="Subtitle 2"/>
          <p:cNvSpPr>
            <a:spLocks noGrp="1"/>
          </p:cNvSpPr>
          <p:nvPr>
            <p:ph type="subTitle" idx="1"/>
          </p:nvPr>
        </p:nvSpPr>
        <p:spPr>
          <a:xfrm>
            <a:off x="0" y="0"/>
            <a:ext cx="0" cy="0"/>
          </a:xfrm>
        </p:spPr>
        <p:txBody>
          <a:bodyPr/>
          <a:lstStyle/>
          <a:p>
            <a:r>
              <a:rPr lang="en-US" sz="100" dirty="0"/>
              <a:t> </a:t>
            </a:r>
          </a:p>
        </p:txBody>
      </p:sp>
      <p:sp>
        <p:nvSpPr>
          <p:cNvPr id="203" name="Text Placeholder 3"/>
          <p:cNvSpPr>
            <a:spLocks noGrp="1"/>
          </p:cNvSpPr>
          <p:nvPr>
            <p:ph type="body" idx="10" sz="quarter"/>
          </p:nvPr>
        </p:nvSpPr>
        <p:spPr/>
        <p:txBody>
          <a:bodyPr/>
          <a:lstStyle/>
          <a:p>
            <a:r>
              <a:rPr lang="en-US" dirty="0">
                <a:latin typeface="Inter"/>
              </a:rPr>
              <a:t>Section 03</a:t>
            </a:r>
          </a:p>
        </p:txBody>
      </p:sp>
      <p:sp>
        <p:nvSpPr>
          <p:cNvPr id="204"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Placement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05" name=""/>
        <p:cNvGrpSpPr/>
        <p:nvPr/>
      </p:nvGrpSpPr>
      <p:grpSpPr/>
      <p:sp>
        <p:nvSpPr>
          <p:cNvPr id="206" name="Title 1"/>
          <p:cNvSpPr>
            <a:spLocks noGrp="1"/>
          </p:cNvSpPr>
          <p:nvPr>
            <p:ph type="title"/>
          </p:nvPr>
        </p:nvSpPr>
        <p:spPr/>
        <p:txBody>
          <a:bodyPr>
            <a:normAutofit/>
          </a:bodyPr>
          <a:lstStyle/>
          <a:p>
            <a:r>
              <a:rPr lang="en-US" dirty="0" sz="2000">
                <a:latin typeface="Inter"/>
              </a:rPr>
              <a:t>Five primitives, distinguished by what they cost when idle</a:t>
            </a:r>
          </a:p>
        </p:txBody>
      </p:sp>
      <p:sp>
        <p:nvSpPr>
          <p:cNvPr id="207" name="Content Placeholder 2"/>
          <p:cNvSpPr>
            <a:spLocks noGrp="1"/>
          </p:cNvSpPr>
          <p:nvPr>
            <p:ph idx="13"/>
          </p:nvPr>
        </p:nvSpPr>
        <p:spPr/>
        <p:txBody>
          <a:bodyPr/>
          <a:lstStyle/>
          <a:p>
            <a:r>
              <a:rPr lang="en-US" dirty="0">
                <a:latin typeface="Inter"/>
                <a:solidFill>
                  <a:srgbClr val="4D4D4D"/>
                </a:solidFill>
              </a:rPr>
              <a:t>Placement</a:t>
            </a:r>
          </a:p>
        </p:txBody>
      </p:sp>
      <p:sp>
        <p:nvSpPr>
          <p:cNvPr id="208"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209" name="Rounded Rectangle 4"/>
          <p:cNvSpPr/>
          <p:nvPr/>
        </p:nvSpPr>
        <p:spPr>
          <a:xfrm>
            <a:off x="457200" y="2674620"/>
            <a:ext cx="374904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5"/>
          <p:cNvSpPr txBox="1"/>
          <p:nvPr/>
        </p:nvSpPr>
        <p:spPr>
          <a:xfrm>
            <a:off x="548640" y="2747772"/>
            <a:ext cx="356616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Primitive</a:t>
            </a:r>
          </a:p>
        </p:txBody>
      </p:sp>
      <p:sp>
        <p:nvSpPr>
          <p:cNvPr id="211" name="Rounded Rectangle 6"/>
          <p:cNvSpPr/>
          <p:nvPr/>
        </p:nvSpPr>
        <p:spPr>
          <a:xfrm>
            <a:off x="4206240" y="2674620"/>
            <a:ext cx="374904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7"/>
          <p:cNvSpPr txBox="1"/>
          <p:nvPr/>
        </p:nvSpPr>
        <p:spPr>
          <a:xfrm>
            <a:off x="4297680" y="2747772"/>
            <a:ext cx="356616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What it gives you</a:t>
            </a:r>
          </a:p>
        </p:txBody>
      </p:sp>
      <p:sp>
        <p:nvSpPr>
          <p:cNvPr id="213" name="Rounded Rectangle 8"/>
          <p:cNvSpPr/>
          <p:nvPr/>
        </p:nvSpPr>
        <p:spPr>
          <a:xfrm>
            <a:off x="7955280" y="2674620"/>
            <a:ext cx="3749040" cy="411480"/>
          </a:xfrm>
          <a:prstGeom prst="roundRect">
            <a:avLst>
              <a:gd name="adj" fmla="val 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9"/>
          <p:cNvSpPr txBox="1"/>
          <p:nvPr/>
        </p:nvSpPr>
        <p:spPr>
          <a:xfrm>
            <a:off x="8046720" y="2747772"/>
            <a:ext cx="3566160" cy="256032"/>
          </a:xfrm>
          <a:prstGeom prst="rect">
            <a:avLst/>
          </a:prstGeom>
          <a:noFill/>
        </p:spPr>
        <p:txBody>
          <a:bodyPr wrap="square" tIns="0" bIns="0" lIns="45720" rIns="45720"/>
          <a:lstStyle/>
          <a:p>
            <a:pPr algn="l">
              <a:spcBef>
                <a:spcPts val="0"/>
              </a:spcBef>
              <a:spcAft>
                <a:spcPts val="0"/>
              </a:spcAft>
            </a:pPr>
            <a:r>
              <a:rPr sz="1100" b="1">
                <a:solidFill>
                  <a:srgbClr val="FFFFFF"/>
                </a:solidFill>
                <a:latin typeface="Inter"/>
              </a:rPr>
              <a:t>Cost when not in use</a:t>
            </a:r>
          </a:p>
        </p:txBody>
      </p:sp>
      <p:sp>
        <p:nvSpPr>
          <p:cNvPr id="215" name="Rectangle 10"/>
          <p:cNvSpPr/>
          <p:nvPr/>
        </p:nvSpPr>
        <p:spPr>
          <a:xfrm>
            <a:off x="457200" y="308610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11"/>
          <p:cNvSpPr txBox="1"/>
          <p:nvPr/>
        </p:nvSpPr>
        <p:spPr>
          <a:xfrm>
            <a:off x="548640" y="314096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Prompt</a:t>
            </a:r>
          </a:p>
        </p:txBody>
      </p:sp>
      <p:sp>
        <p:nvSpPr>
          <p:cNvPr id="217" name="Rectangle 12"/>
          <p:cNvSpPr/>
          <p:nvPr/>
        </p:nvSpPr>
        <p:spPr>
          <a:xfrm>
            <a:off x="4206240" y="308610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13"/>
          <p:cNvSpPr txBox="1"/>
          <p:nvPr/>
        </p:nvSpPr>
        <p:spPr>
          <a:xfrm>
            <a:off x="4297680" y="314096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One-time instruction in this conversation</a:t>
            </a:r>
          </a:p>
        </p:txBody>
      </p:sp>
      <p:sp>
        <p:nvSpPr>
          <p:cNvPr id="219" name="Rectangle 14"/>
          <p:cNvSpPr/>
          <p:nvPr/>
        </p:nvSpPr>
        <p:spPr>
          <a:xfrm>
            <a:off x="7955280" y="308610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15"/>
          <p:cNvSpPr txBox="1"/>
          <p:nvPr/>
        </p:nvSpPr>
        <p:spPr>
          <a:xfrm>
            <a:off x="8046720" y="314096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Nothing — and nothing persists either</a:t>
            </a:r>
          </a:p>
        </p:txBody>
      </p:sp>
      <p:sp>
        <p:nvSpPr>
          <p:cNvPr id="221" name="Rectangle 16"/>
          <p:cNvSpPr/>
          <p:nvPr/>
        </p:nvSpPr>
        <p:spPr>
          <a:xfrm>
            <a:off x="457200" y="3451860"/>
            <a:ext cx="374904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17"/>
          <p:cNvSpPr txBox="1"/>
          <p:nvPr/>
        </p:nvSpPr>
        <p:spPr>
          <a:xfrm>
            <a:off x="548640" y="350672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Tool</a:t>
            </a:r>
          </a:p>
        </p:txBody>
      </p:sp>
      <p:sp>
        <p:nvSpPr>
          <p:cNvPr id="223" name="Rectangle 18"/>
          <p:cNvSpPr/>
          <p:nvPr/>
        </p:nvSpPr>
        <p:spPr>
          <a:xfrm>
            <a:off x="4206240" y="3451860"/>
            <a:ext cx="374904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19"/>
          <p:cNvSpPr txBox="1"/>
          <p:nvPr/>
        </p:nvSpPr>
        <p:spPr>
          <a:xfrm>
            <a:off x="4297680" y="350672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 raw capability the agent can call</a:t>
            </a:r>
          </a:p>
        </p:txBody>
      </p:sp>
      <p:sp>
        <p:nvSpPr>
          <p:cNvPr id="225" name="Rectangle 20"/>
          <p:cNvSpPr/>
          <p:nvPr/>
        </p:nvSpPr>
        <p:spPr>
          <a:xfrm>
            <a:off x="7955280" y="3451860"/>
            <a:ext cx="374904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1"/>
          <p:cNvSpPr txBox="1"/>
          <p:nvPr/>
        </p:nvSpPr>
        <p:spPr>
          <a:xfrm>
            <a:off x="8046720" y="350672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Its definition sits in context permanently</a:t>
            </a:r>
          </a:p>
        </p:txBody>
      </p:sp>
      <p:sp>
        <p:nvSpPr>
          <p:cNvPr id="227" name="Rectangle 22"/>
          <p:cNvSpPr/>
          <p:nvPr/>
        </p:nvSpPr>
        <p:spPr>
          <a:xfrm>
            <a:off x="457200" y="381762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3"/>
          <p:cNvSpPr txBox="1"/>
          <p:nvPr/>
        </p:nvSpPr>
        <p:spPr>
          <a:xfrm>
            <a:off x="548640" y="387248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MCP server</a:t>
            </a:r>
          </a:p>
        </p:txBody>
      </p:sp>
      <p:sp>
        <p:nvSpPr>
          <p:cNvPr id="229" name="Rectangle 24"/>
          <p:cNvSpPr/>
          <p:nvPr/>
        </p:nvSpPr>
        <p:spPr>
          <a:xfrm>
            <a:off x="4206240" y="381762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5"/>
          <p:cNvSpPr txBox="1"/>
          <p:nvPr/>
        </p:nvSpPr>
        <p:spPr>
          <a:xfrm>
            <a:off x="4297680" y="387248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Connectivity to external systems and data</a:t>
            </a:r>
          </a:p>
        </p:txBody>
      </p:sp>
      <p:sp>
        <p:nvSpPr>
          <p:cNvPr id="231" name="Rectangle 26"/>
          <p:cNvSpPr/>
          <p:nvPr/>
        </p:nvSpPr>
        <p:spPr>
          <a:xfrm>
            <a:off x="7955280" y="381762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7"/>
          <p:cNvSpPr txBox="1"/>
          <p:nvPr/>
        </p:nvSpPr>
        <p:spPr>
          <a:xfrm>
            <a:off x="8046720" y="387248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Its tool definitions sit in context permanently</a:t>
            </a:r>
          </a:p>
        </p:txBody>
      </p:sp>
      <p:sp>
        <p:nvSpPr>
          <p:cNvPr id="233" name="Rectangle 28"/>
          <p:cNvSpPr/>
          <p:nvPr/>
        </p:nvSpPr>
        <p:spPr>
          <a:xfrm>
            <a:off x="457200" y="4183380"/>
            <a:ext cx="374904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9"/>
          <p:cNvSpPr txBox="1"/>
          <p:nvPr/>
        </p:nvSpPr>
        <p:spPr>
          <a:xfrm>
            <a:off x="548640" y="423824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Skill</a:t>
            </a:r>
          </a:p>
        </p:txBody>
      </p:sp>
      <p:sp>
        <p:nvSpPr>
          <p:cNvPr id="235" name="Rectangle 30"/>
          <p:cNvSpPr/>
          <p:nvPr/>
        </p:nvSpPr>
        <p:spPr>
          <a:xfrm>
            <a:off x="4206240" y="4183380"/>
            <a:ext cx="374904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31"/>
          <p:cNvSpPr txBox="1"/>
          <p:nvPr/>
        </p:nvSpPr>
        <p:spPr>
          <a:xfrm>
            <a:off x="4297680" y="423824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Procedural knowledge: which tools, what order</a:t>
            </a:r>
          </a:p>
        </p:txBody>
      </p:sp>
      <p:sp>
        <p:nvSpPr>
          <p:cNvPr id="237" name="Rectangle 32"/>
          <p:cNvSpPr/>
          <p:nvPr/>
        </p:nvSpPr>
        <p:spPr>
          <a:xfrm>
            <a:off x="7955280" y="4183380"/>
            <a:ext cx="3749040"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33"/>
          <p:cNvSpPr txBox="1"/>
          <p:nvPr/>
        </p:nvSpPr>
        <p:spPr>
          <a:xfrm>
            <a:off x="8046720" y="423824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About 100 tokens of metadata</a:t>
            </a:r>
          </a:p>
        </p:txBody>
      </p:sp>
      <p:sp>
        <p:nvSpPr>
          <p:cNvPr id="239" name="Rectangle 34"/>
          <p:cNvSpPr/>
          <p:nvPr/>
        </p:nvSpPr>
        <p:spPr>
          <a:xfrm>
            <a:off x="457200" y="454914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35"/>
          <p:cNvSpPr txBox="1"/>
          <p:nvPr/>
        </p:nvSpPr>
        <p:spPr>
          <a:xfrm>
            <a:off x="548640" y="460400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Subagent</a:t>
            </a:r>
          </a:p>
        </p:txBody>
      </p:sp>
      <p:sp>
        <p:nvSpPr>
          <p:cNvPr id="241" name="Rectangle 36"/>
          <p:cNvSpPr/>
          <p:nvPr/>
        </p:nvSpPr>
        <p:spPr>
          <a:xfrm>
            <a:off x="4206240" y="454914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37"/>
          <p:cNvSpPr txBox="1"/>
          <p:nvPr/>
        </p:nvSpPr>
        <p:spPr>
          <a:xfrm>
            <a:off x="4297680" y="460400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An isolated window and restricted tools</a:t>
            </a:r>
          </a:p>
        </p:txBody>
      </p:sp>
      <p:sp>
        <p:nvSpPr>
          <p:cNvPr id="243" name="Rectangle 38"/>
          <p:cNvSpPr/>
          <p:nvPr/>
        </p:nvSpPr>
        <p:spPr>
          <a:xfrm>
            <a:off x="7955280" y="4549140"/>
            <a:ext cx="3749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39"/>
          <p:cNvSpPr txBox="1"/>
          <p:nvPr/>
        </p:nvSpPr>
        <p:spPr>
          <a:xfrm>
            <a:off x="8046720" y="4604004"/>
            <a:ext cx="3566160" cy="256032"/>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Nothing until dispatched, then a whole window</a:t>
            </a:r>
          </a:p>
        </p:txBody>
      </p:sp>
      <p:sp>
        <p:nvSpPr>
          <p:cNvPr id="245" name="Rectangle 40"/>
          <p:cNvSpPr/>
          <p:nvPr/>
        </p:nvSpPr>
        <p:spPr>
          <a:xfrm>
            <a:off x="457200" y="4914900"/>
            <a:ext cx="11247120" cy="18288"/>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46" name=""/>
        <p:cNvGrpSpPr/>
        <p:nvPr/>
      </p:nvGrpSpPr>
      <p:grpSpPr/>
      <p:sp>
        <p:nvSpPr>
          <p:cNvPr id="247" name="Title 1"/>
          <p:cNvSpPr>
            <a:spLocks noGrp="1"/>
          </p:cNvSpPr>
          <p:nvPr>
            <p:ph type="title"/>
          </p:nvPr>
        </p:nvSpPr>
        <p:spPr/>
        <p:txBody>
          <a:bodyPr>
            <a:normAutofit/>
          </a:bodyPr>
          <a:lstStyle/>
          <a:p>
            <a:r>
              <a:rPr lang="en-US" dirty="0" sz="2000">
                <a:latin typeface="Inter"/>
              </a:rPr>
              <a:t>Choosing the primitive is a context and permission decision</a:t>
            </a:r>
          </a:p>
        </p:txBody>
      </p:sp>
      <p:sp>
        <p:nvSpPr>
          <p:cNvPr id="248" name="Content Placeholder 2"/>
          <p:cNvSpPr>
            <a:spLocks noGrp="1"/>
          </p:cNvSpPr>
          <p:nvPr>
            <p:ph idx="13"/>
          </p:nvPr>
        </p:nvSpPr>
        <p:spPr/>
        <p:txBody>
          <a:bodyPr/>
          <a:lstStyle/>
          <a:p>
            <a:r>
              <a:rPr lang="en-US" dirty="0">
                <a:latin typeface="Inter"/>
                <a:solidFill>
                  <a:srgbClr val="4D4D4D"/>
                </a:solidFill>
              </a:rPr>
              <a:t>Placement</a:t>
            </a:r>
          </a:p>
        </p:txBody>
      </p:sp>
      <p:sp>
        <p:nvSpPr>
          <p:cNvPr id="249"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250" name="Rounded Rectangle 4"/>
          <p:cNvSpPr/>
          <p:nvPr/>
        </p:nvSpPr>
        <p:spPr>
          <a:xfrm>
            <a:off x="457200" y="1188720"/>
            <a:ext cx="11247120" cy="792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5"/>
          <p:cNvSpPr/>
          <p:nvPr/>
        </p:nvSpPr>
        <p:spPr>
          <a:xfrm>
            <a:off x="731520" y="1493520"/>
            <a:ext cx="182880" cy="18288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6"/>
          <p:cNvSpPr txBox="1"/>
          <p:nvPr/>
        </p:nvSpPr>
        <p:spPr>
          <a:xfrm>
            <a:off x="1097280" y="126187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Reach an external system or dataset</a:t>
            </a:r>
          </a:p>
        </p:txBody>
      </p:sp>
      <p:sp>
        <p:nvSpPr>
          <p:cNvPr id="253" name="TextBox 7"/>
          <p:cNvSpPr txBox="1"/>
          <p:nvPr/>
        </p:nvSpPr>
        <p:spPr>
          <a:xfrm>
            <a:off x="4572000" y="126187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MCP server — it brings the tools, not the method</a:t>
            </a:r>
          </a:p>
        </p:txBody>
      </p:sp>
      <p:sp>
        <p:nvSpPr>
          <p:cNvPr id="254" name="Rounded Rectangle 8"/>
          <p:cNvSpPr/>
          <p:nvPr/>
        </p:nvSpPr>
        <p:spPr>
          <a:xfrm>
            <a:off x="457200" y="2072640"/>
            <a:ext cx="11247120" cy="792480"/>
          </a:xfrm>
          <a:prstGeom prst="roundRect">
            <a:avLst>
              <a:gd name="adj" fmla="val 3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9"/>
          <p:cNvSpPr/>
          <p:nvPr/>
        </p:nvSpPr>
        <p:spPr>
          <a:xfrm>
            <a:off x="731520" y="2377440"/>
            <a:ext cx="182880" cy="18288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10"/>
          <p:cNvSpPr txBox="1"/>
          <p:nvPr/>
        </p:nvSpPr>
        <p:spPr>
          <a:xfrm>
            <a:off x="1097280" y="214579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Encode our house method for a recurring job</a:t>
            </a:r>
          </a:p>
        </p:txBody>
      </p:sp>
      <p:sp>
        <p:nvSpPr>
          <p:cNvPr id="257" name="TextBox 11"/>
          <p:cNvSpPr txBox="1"/>
          <p:nvPr/>
        </p:nvSpPr>
        <p:spPr>
          <a:xfrm>
            <a:off x="4572000" y="214579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Skill — and keep the body a sequence, not a rulebook</a:t>
            </a:r>
          </a:p>
        </p:txBody>
      </p:sp>
      <p:sp>
        <p:nvSpPr>
          <p:cNvPr id="258" name="Rounded Rectangle 12"/>
          <p:cNvSpPr/>
          <p:nvPr/>
        </p:nvSpPr>
        <p:spPr>
          <a:xfrm>
            <a:off x="457200" y="2956560"/>
            <a:ext cx="11247120" cy="792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13"/>
          <p:cNvSpPr/>
          <p:nvPr/>
        </p:nvSpPr>
        <p:spPr>
          <a:xfrm>
            <a:off x="731520" y="3261360"/>
            <a:ext cx="182880" cy="18288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14"/>
          <p:cNvSpPr txBox="1"/>
          <p:nvPr/>
        </p:nvSpPr>
        <p:spPr>
          <a:xfrm>
            <a:off x="1097280" y="302971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Ship the same expertise to many agents</a:t>
            </a:r>
          </a:p>
        </p:txBody>
      </p:sp>
      <p:sp>
        <p:nvSpPr>
          <p:cNvPr id="261" name="TextBox 15"/>
          <p:cNvSpPr txBox="1"/>
          <p:nvPr/>
        </p:nvSpPr>
        <p:spPr>
          <a:xfrm>
            <a:off x="4572000" y="302971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Skill, not a subagent. Subagents isolate; skills distribute</a:t>
            </a:r>
          </a:p>
        </p:txBody>
      </p:sp>
      <p:sp>
        <p:nvSpPr>
          <p:cNvPr id="262" name="Rounded Rectangle 16"/>
          <p:cNvSpPr/>
          <p:nvPr/>
        </p:nvSpPr>
        <p:spPr>
          <a:xfrm>
            <a:off x="457200" y="3840480"/>
            <a:ext cx="11247120" cy="792480"/>
          </a:xfrm>
          <a:prstGeom prst="roundRect">
            <a:avLst>
              <a:gd name="adj" fmla="val 3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17"/>
          <p:cNvSpPr/>
          <p:nvPr/>
        </p:nvSpPr>
        <p:spPr>
          <a:xfrm>
            <a:off x="731520" y="4145280"/>
            <a:ext cx="182880" cy="182880"/>
          </a:xfrm>
          <a:prstGeom prst="ellipse">
            <a:avLst/>
          </a:prstGeom>
          <a:solidFill>
            <a:srgbClr val="DB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18"/>
          <p:cNvSpPr txBox="1"/>
          <p:nvPr/>
        </p:nvSpPr>
        <p:spPr>
          <a:xfrm>
            <a:off x="1097280" y="391363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Isolate a noisy task from the main window</a:t>
            </a:r>
          </a:p>
        </p:txBody>
      </p:sp>
      <p:sp>
        <p:nvSpPr>
          <p:cNvPr id="265" name="TextBox 19"/>
          <p:cNvSpPr txBox="1"/>
          <p:nvPr/>
        </p:nvSpPr>
        <p:spPr>
          <a:xfrm>
            <a:off x="4572000" y="391363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Subagent — its transcript never reaches the parent</a:t>
            </a:r>
          </a:p>
        </p:txBody>
      </p:sp>
      <p:sp>
        <p:nvSpPr>
          <p:cNvPr id="266" name="Rounded Rectangle 20"/>
          <p:cNvSpPr/>
          <p:nvPr/>
        </p:nvSpPr>
        <p:spPr>
          <a:xfrm>
            <a:off x="457200" y="4724400"/>
            <a:ext cx="11247120" cy="792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1"/>
          <p:cNvSpPr/>
          <p:nvPr/>
        </p:nvSpPr>
        <p:spPr>
          <a:xfrm>
            <a:off x="731520" y="5029200"/>
            <a:ext cx="182880" cy="182880"/>
          </a:xfrm>
          <a:prstGeom prst="ellipse">
            <a:avLst/>
          </a:prstGeom>
          <a:solidFill>
            <a:srgbClr val="E02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2"/>
          <p:cNvSpPr txBox="1"/>
          <p:nvPr/>
        </p:nvSpPr>
        <p:spPr>
          <a:xfrm>
            <a:off x="1097280" y="479755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Restrict what a step may touch</a:t>
            </a:r>
          </a:p>
        </p:txBody>
      </p:sp>
      <p:sp>
        <p:nvSpPr>
          <p:cNvPr id="269" name="TextBox 23"/>
          <p:cNvSpPr txBox="1"/>
          <p:nvPr/>
        </p:nvSpPr>
        <p:spPr>
          <a:xfrm>
            <a:off x="4572000" y="479755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Subagent tool allow-list. Prose in a SKILL.md is not a control</a:t>
            </a:r>
          </a:p>
        </p:txBody>
      </p:sp>
      <p:sp>
        <p:nvSpPr>
          <p:cNvPr id="270" name="Rounded Rectangle 24"/>
          <p:cNvSpPr/>
          <p:nvPr/>
        </p:nvSpPr>
        <p:spPr>
          <a:xfrm>
            <a:off x="457200" y="5608320"/>
            <a:ext cx="11247120" cy="792480"/>
          </a:xfrm>
          <a:prstGeom prst="roundRect">
            <a:avLst>
              <a:gd name="adj" fmla="val 3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5"/>
          <p:cNvSpPr/>
          <p:nvPr/>
        </p:nvSpPr>
        <p:spPr>
          <a:xfrm>
            <a:off x="731520" y="5913120"/>
            <a:ext cx="182880" cy="182880"/>
          </a:xfrm>
          <a:prstGeom prst="ellipse">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6"/>
          <p:cNvSpPr txBox="1"/>
          <p:nvPr/>
        </p:nvSpPr>
        <p:spPr>
          <a:xfrm>
            <a:off x="1097280" y="568147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One-off instruction for this turn</a:t>
            </a:r>
          </a:p>
        </p:txBody>
      </p:sp>
      <p:sp>
        <p:nvSpPr>
          <p:cNvPr id="273" name="TextBox 27"/>
          <p:cNvSpPr txBox="1"/>
          <p:nvPr/>
        </p:nvSpPr>
        <p:spPr>
          <a:xfrm>
            <a:off x="4572000" y="568147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A prompt. Not everything needs to be an asset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74" name=""/>
        <p:cNvGrpSpPr/>
        <p:nvPr/>
      </p:nvGrpSpPr>
      <p:grpSpPr/>
      <p:sp>
        <p:nvSpPr>
          <p:cNvPr id="275" name="Title 1"/>
          <p:cNvSpPr>
            <a:spLocks noGrp="1"/>
          </p:cNvSpPr>
          <p:nvPr>
            <p:ph type="title"/>
          </p:nvPr>
        </p:nvSpPr>
        <p:spPr/>
        <p:txBody>
          <a:bodyPr>
            <a:normAutofit/>
          </a:bodyPr>
          <a:lstStyle/>
          <a:p>
            <a:r>
              <a:rPr lang="en-US" dirty="0" sz="2000">
                <a:latin typeface="Inter"/>
              </a:rPr>
              <a:t>How they compose in a real workflow</a:t>
            </a:r>
          </a:p>
        </p:txBody>
      </p:sp>
      <p:sp>
        <p:nvSpPr>
          <p:cNvPr id="276" name="Content Placeholder 2"/>
          <p:cNvSpPr>
            <a:spLocks noGrp="1"/>
          </p:cNvSpPr>
          <p:nvPr>
            <p:ph idx="13"/>
          </p:nvPr>
        </p:nvSpPr>
        <p:spPr/>
        <p:txBody>
          <a:bodyPr/>
          <a:lstStyle/>
          <a:p>
            <a:r>
              <a:rPr lang="en-US" dirty="0">
                <a:latin typeface="Inter"/>
                <a:solidFill>
                  <a:srgbClr val="4D4D4D"/>
                </a:solidFill>
              </a:rPr>
              <a:t>Placement</a:t>
            </a:r>
          </a:p>
        </p:txBody>
      </p:sp>
      <p:sp>
        <p:nvSpPr>
          <p:cNvPr id="277"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278" name="Rounded Rectangle 4"/>
          <p:cNvSpPr/>
          <p:nvPr/>
        </p:nvSpPr>
        <p:spPr>
          <a:xfrm>
            <a:off x="502920" y="1691640"/>
            <a:ext cx="2956560" cy="292608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ounded Rectangle 5"/>
          <p:cNvSpPr/>
          <p:nvPr/>
        </p:nvSpPr>
        <p:spPr>
          <a:xfrm>
            <a:off x="457200" y="1645920"/>
            <a:ext cx="2956560"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0" name="Picture 6" descr="07_map_pin_blue.png"/>
          <p:cNvPicPr>
            <a:picLocks noChangeAspect="1"/>
          </p:cNvPicPr>
          <p:nvPr/>
        </p:nvPicPr>
        <p:blipFill>
          <a:blip r:embed="rId2"/>
          <a:stretch>
            <a:fillRect/>
          </a:stretch>
        </p:blipFill>
        <p:spPr>
          <a:xfrm>
            <a:off x="640080" y="1828800"/>
            <a:ext cx="457200" cy="457200"/>
          </a:xfrm>
          <a:prstGeom prst="rect">
            <a:avLst/>
          </a:prstGeom>
        </p:spPr>
      </p:pic>
      <p:sp>
        <p:nvSpPr>
          <p:cNvPr id="281" name="TextBox 7"/>
          <p:cNvSpPr txBox="1"/>
          <p:nvPr/>
        </p:nvSpPr>
        <p:spPr>
          <a:xfrm>
            <a:off x="640080" y="2377440"/>
            <a:ext cx="2590800" cy="365760"/>
          </a:xfrm>
          <a:prstGeom prst="rect">
            <a:avLst/>
          </a:prstGeom>
          <a:noFill/>
        </p:spPr>
        <p:txBody>
          <a:bodyPr wrap="square" tIns="0" bIns="0" lIns="45720" rIns="45720"/>
          <a:lstStyle/>
          <a:p>
            <a:pPr algn="l">
              <a:spcBef>
                <a:spcPts val="0"/>
              </a:spcBef>
              <a:spcAft>
                <a:spcPts val="0"/>
              </a:spcAft>
            </a:pPr>
            <a:r>
              <a:rPr sz="1400" b="1">
                <a:solidFill>
                  <a:srgbClr val="1A3FD6"/>
                </a:solidFill>
                <a:latin typeface="Inter"/>
              </a:rPr>
              <a:t>MCP brings the data</a:t>
            </a:r>
          </a:p>
        </p:txBody>
      </p:sp>
      <p:sp>
        <p:nvSpPr>
          <p:cNvPr id="282" name="TextBox 8"/>
          <p:cNvSpPr txBox="1"/>
          <p:nvPr/>
        </p:nvSpPr>
        <p:spPr>
          <a:xfrm>
            <a:off x="640080" y="2834640"/>
            <a:ext cx="2590800" cy="155448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Warehouses, drives, ticketing and document stores, reached through tools the agent already has.</a:t>
            </a:r>
          </a:p>
        </p:txBody>
      </p:sp>
      <p:sp>
        <p:nvSpPr>
          <p:cNvPr id="283" name="Chevron 9"/>
          <p:cNvSpPr/>
          <p:nvPr/>
        </p:nvSpPr>
        <p:spPr>
          <a:xfrm>
            <a:off x="3779520" y="2880360"/>
            <a:ext cx="457200" cy="457200"/>
          </a:xfrm>
          <a:prstGeom prst="chevron">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ounded Rectangle 10"/>
          <p:cNvSpPr/>
          <p:nvPr/>
        </p:nvSpPr>
        <p:spPr>
          <a:xfrm>
            <a:off x="4648200" y="1691640"/>
            <a:ext cx="2956560" cy="292608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ounded Rectangle 11"/>
          <p:cNvSpPr/>
          <p:nvPr/>
        </p:nvSpPr>
        <p:spPr>
          <a:xfrm>
            <a:off x="4602480" y="1645920"/>
            <a:ext cx="2956560"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6" name="Picture 12" descr="34_cycle_blue.png"/>
          <p:cNvPicPr>
            <a:picLocks noChangeAspect="1"/>
          </p:cNvPicPr>
          <p:nvPr/>
        </p:nvPicPr>
        <p:blipFill>
          <a:blip r:embed="rId3"/>
          <a:stretch>
            <a:fillRect/>
          </a:stretch>
        </p:blipFill>
        <p:spPr>
          <a:xfrm>
            <a:off x="4785360" y="1828800"/>
            <a:ext cx="457200" cy="457200"/>
          </a:xfrm>
          <a:prstGeom prst="rect">
            <a:avLst/>
          </a:prstGeom>
        </p:spPr>
      </p:pic>
      <p:sp>
        <p:nvSpPr>
          <p:cNvPr id="287" name="TextBox 13"/>
          <p:cNvSpPr txBox="1"/>
          <p:nvPr/>
        </p:nvSpPr>
        <p:spPr>
          <a:xfrm>
            <a:off x="4785360" y="2377440"/>
            <a:ext cx="2590800" cy="365760"/>
          </a:xfrm>
          <a:prstGeom prst="rect">
            <a:avLst/>
          </a:prstGeom>
          <a:noFill/>
        </p:spPr>
        <p:txBody>
          <a:bodyPr wrap="square" tIns="0" bIns="0" lIns="45720" rIns="45720"/>
          <a:lstStyle/>
          <a:p>
            <a:pPr algn="l">
              <a:spcBef>
                <a:spcPts val="0"/>
              </a:spcBef>
              <a:spcAft>
                <a:spcPts val="0"/>
              </a:spcAft>
            </a:pPr>
            <a:r>
              <a:rPr sz="1400" b="1">
                <a:solidFill>
                  <a:srgbClr val="00A798"/>
                </a:solidFill>
                <a:latin typeface="Inter"/>
              </a:rPr>
              <a:t>Subagents parallelise</a:t>
            </a:r>
          </a:p>
        </p:txBody>
      </p:sp>
      <p:sp>
        <p:nvSpPr>
          <p:cNvPr id="288" name="TextBox 14"/>
          <p:cNvSpPr txBox="1"/>
          <p:nvPr/>
        </p:nvSpPr>
        <p:spPr>
          <a:xfrm>
            <a:off x="4785360" y="2834640"/>
            <a:ext cx="2590800" cy="155448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Independent investigations run in isolated windows and report only their findings back.</a:t>
            </a:r>
          </a:p>
        </p:txBody>
      </p:sp>
      <p:sp>
        <p:nvSpPr>
          <p:cNvPr id="289" name="Chevron 15"/>
          <p:cNvSpPr/>
          <p:nvPr/>
        </p:nvSpPr>
        <p:spPr>
          <a:xfrm>
            <a:off x="7924800" y="2880360"/>
            <a:ext cx="457200" cy="457200"/>
          </a:xfrm>
          <a:prstGeom prst="chevron">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ounded Rectangle 16"/>
          <p:cNvSpPr/>
          <p:nvPr/>
        </p:nvSpPr>
        <p:spPr>
          <a:xfrm>
            <a:off x="8793480" y="1691640"/>
            <a:ext cx="2956560" cy="292608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ounded Rectangle 17"/>
          <p:cNvSpPr/>
          <p:nvPr/>
        </p:nvSpPr>
        <p:spPr>
          <a:xfrm>
            <a:off x="8747760" y="1645920"/>
            <a:ext cx="2956560"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2" name="Picture 18" descr="15_checklist_blue.png"/>
          <p:cNvPicPr>
            <a:picLocks noChangeAspect="1"/>
          </p:cNvPicPr>
          <p:nvPr/>
        </p:nvPicPr>
        <p:blipFill>
          <a:blip r:embed="rId4"/>
          <a:stretch>
            <a:fillRect/>
          </a:stretch>
        </p:blipFill>
        <p:spPr>
          <a:xfrm>
            <a:off x="8930640" y="1828800"/>
            <a:ext cx="457200" cy="457200"/>
          </a:xfrm>
          <a:prstGeom prst="rect">
            <a:avLst/>
          </a:prstGeom>
        </p:spPr>
      </p:pic>
      <p:sp>
        <p:nvSpPr>
          <p:cNvPr id="293" name="TextBox 19"/>
          <p:cNvSpPr txBox="1"/>
          <p:nvPr/>
        </p:nvSpPr>
        <p:spPr>
          <a:xfrm>
            <a:off x="8930640" y="2377440"/>
            <a:ext cx="2590800" cy="365760"/>
          </a:xfrm>
          <a:prstGeom prst="rect">
            <a:avLst/>
          </a:prstGeom>
          <a:noFill/>
        </p:spPr>
        <p:txBody>
          <a:bodyPr wrap="square" tIns="0" bIns="0" lIns="45720" rIns="45720"/>
          <a:lstStyle/>
          <a:p>
            <a:pPr algn="l">
              <a:spcBef>
                <a:spcPts val="0"/>
              </a:spcBef>
              <a:spcAft>
                <a:spcPts val="0"/>
              </a:spcAft>
            </a:pPr>
            <a:r>
              <a:rPr sz="1400" b="1">
                <a:solidFill>
                  <a:srgbClr val="0626A9"/>
                </a:solidFill>
                <a:latin typeface="Inter"/>
              </a:rPr>
              <a:t>Skills make it predictable</a:t>
            </a:r>
          </a:p>
        </p:txBody>
      </p:sp>
      <p:sp>
        <p:nvSpPr>
          <p:cNvPr id="294" name="TextBox 20"/>
          <p:cNvSpPr txBox="1"/>
          <p:nvPr/>
        </p:nvSpPr>
        <p:spPr>
          <a:xfrm>
            <a:off x="8930640" y="2834640"/>
            <a:ext cx="2590800" cy="155448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The same structure, the same order and the same output contract on every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95" name=""/>
        <p:cNvGrpSpPr/>
        <p:nvPr/>
      </p:nvGrpSpPr>
      <p:grpSpPr/>
      <p:sp>
        <p:nvSpPr>
          <p:cNvPr id="296" name="Title 1"/>
          <p:cNvSpPr>
            <a:spLocks noGrp="1"/>
          </p:cNvSpPr>
          <p:nvPr>
            <p:ph type="ctrTitle"/>
          </p:nvPr>
        </p:nvSpPr>
        <p:spPr>
          <a:xfrm>
            <a:off x="0" y="0"/>
            <a:ext cx="0" cy="0"/>
          </a:xfrm>
        </p:spPr>
        <p:txBody>
          <a:bodyPr/>
          <a:lstStyle/>
          <a:p>
            <a:r>
              <a:rPr lang="en-US" sz="100" dirty="0"/>
              <a:t> </a:t>
            </a:r>
          </a:p>
        </p:txBody>
      </p:sp>
      <p:sp>
        <p:nvSpPr>
          <p:cNvPr id="297" name="Subtitle 2"/>
          <p:cNvSpPr>
            <a:spLocks noGrp="1"/>
          </p:cNvSpPr>
          <p:nvPr>
            <p:ph type="subTitle" idx="1"/>
          </p:nvPr>
        </p:nvSpPr>
        <p:spPr>
          <a:xfrm>
            <a:off x="0" y="0"/>
            <a:ext cx="0" cy="0"/>
          </a:xfrm>
        </p:spPr>
        <p:txBody>
          <a:bodyPr/>
          <a:lstStyle/>
          <a:p>
            <a:r>
              <a:rPr lang="en-US" sz="100" dirty="0"/>
              <a:t> </a:t>
            </a:r>
          </a:p>
        </p:txBody>
      </p:sp>
      <p:sp>
        <p:nvSpPr>
          <p:cNvPr id="298" name="Text Placeholder 3"/>
          <p:cNvSpPr>
            <a:spLocks noGrp="1"/>
          </p:cNvSpPr>
          <p:nvPr>
            <p:ph type="body" idx="10" sz="quarter"/>
          </p:nvPr>
        </p:nvSpPr>
        <p:spPr/>
        <p:txBody>
          <a:bodyPr/>
          <a:lstStyle/>
          <a:p>
            <a:r>
              <a:rPr lang="en-US" dirty="0">
                <a:latin typeface="Inter"/>
              </a:rPr>
              <a:t>Section 04</a:t>
            </a:r>
          </a:p>
        </p:txBody>
      </p:sp>
      <p:sp>
        <p:nvSpPr>
          <p:cNvPr id="299"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What ships in the box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300" name=""/>
        <p:cNvGrpSpPr/>
        <p:nvPr/>
      </p:nvGrpSpPr>
      <p:grpSpPr/>
      <p:sp>
        <p:nvSpPr>
          <p:cNvPr id="301" name="Title 1"/>
          <p:cNvSpPr>
            <a:spLocks noGrp="1"/>
          </p:cNvSpPr>
          <p:nvPr>
            <p:ph type="title"/>
          </p:nvPr>
        </p:nvSpPr>
        <p:spPr/>
        <p:txBody>
          <a:bodyPr>
            <a:normAutofit/>
          </a:bodyPr>
          <a:lstStyle/>
          <a:p>
            <a:r>
              <a:rPr lang="en-US" dirty="0" sz="2000">
                <a:latin typeface="Inter"/>
              </a:rPr>
              <a:t>Two families of skills ship from the vendor repository</a:t>
            </a:r>
          </a:p>
        </p:txBody>
      </p:sp>
      <p:sp>
        <p:nvSpPr>
          <p:cNvPr id="302" name="Content Placeholder 2"/>
          <p:cNvSpPr>
            <a:spLocks noGrp="1"/>
          </p:cNvSpPr>
          <p:nvPr>
            <p:ph idx="13"/>
          </p:nvPr>
        </p:nvSpPr>
        <p:spPr/>
        <p:txBody>
          <a:bodyPr/>
          <a:lstStyle/>
          <a:p>
            <a:r>
              <a:rPr lang="en-US" dirty="0">
                <a:latin typeface="Inter"/>
                <a:solidFill>
                  <a:srgbClr val="4D4D4D"/>
                </a:solidFill>
              </a:rPr>
              <a:t>What ships in the box</a:t>
            </a:r>
          </a:p>
        </p:txBody>
      </p:sp>
      <p:sp>
        <p:nvSpPr>
          <p:cNvPr id="303"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github.com/anthropics/skills</a:t>
            </a:r>
          </a:p>
        </p:txBody>
      </p:sp>
      <p:sp>
        <p:nvSpPr>
          <p:cNvPr id="304" name="Rounded Rectangle 4"/>
          <p:cNvSpPr/>
          <p:nvPr/>
        </p:nvSpPr>
        <p:spPr>
          <a:xfrm>
            <a:off x="457200" y="262890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5"/>
          <p:cNvSpPr/>
          <p:nvPr/>
        </p:nvSpPr>
        <p:spPr>
          <a:xfrm>
            <a:off x="457200" y="2628900"/>
            <a:ext cx="73152" cy="64008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6"/>
          <p:cNvSpPr txBox="1"/>
          <p:nvPr/>
        </p:nvSpPr>
        <p:spPr>
          <a:xfrm>
            <a:off x="621792" y="270205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docx</a:t>
            </a:r>
          </a:p>
        </p:txBody>
      </p:sp>
      <p:sp>
        <p:nvSpPr>
          <p:cNvPr id="307" name="TextBox 7"/>
          <p:cNvSpPr txBox="1"/>
          <p:nvPr/>
        </p:nvSpPr>
        <p:spPr>
          <a:xfrm>
            <a:off x="621792" y="297637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Document skill</a:t>
            </a:r>
          </a:p>
        </p:txBody>
      </p:sp>
      <p:sp>
        <p:nvSpPr>
          <p:cNvPr id="308" name="Rounded Rectangle 8"/>
          <p:cNvSpPr/>
          <p:nvPr/>
        </p:nvSpPr>
        <p:spPr>
          <a:xfrm>
            <a:off x="2697480" y="262890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9"/>
          <p:cNvSpPr/>
          <p:nvPr/>
        </p:nvSpPr>
        <p:spPr>
          <a:xfrm>
            <a:off x="2697480" y="2628900"/>
            <a:ext cx="73152" cy="64008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10"/>
          <p:cNvSpPr txBox="1"/>
          <p:nvPr/>
        </p:nvSpPr>
        <p:spPr>
          <a:xfrm>
            <a:off x="2862072" y="270205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pdf</a:t>
            </a:r>
          </a:p>
        </p:txBody>
      </p:sp>
      <p:sp>
        <p:nvSpPr>
          <p:cNvPr id="311" name="TextBox 11"/>
          <p:cNvSpPr txBox="1"/>
          <p:nvPr/>
        </p:nvSpPr>
        <p:spPr>
          <a:xfrm>
            <a:off x="2862072" y="297637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Document skill</a:t>
            </a:r>
          </a:p>
        </p:txBody>
      </p:sp>
      <p:sp>
        <p:nvSpPr>
          <p:cNvPr id="312" name="Rounded Rectangle 12"/>
          <p:cNvSpPr/>
          <p:nvPr/>
        </p:nvSpPr>
        <p:spPr>
          <a:xfrm>
            <a:off x="4937760" y="262890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13"/>
          <p:cNvSpPr/>
          <p:nvPr/>
        </p:nvSpPr>
        <p:spPr>
          <a:xfrm>
            <a:off x="4937760" y="2628900"/>
            <a:ext cx="73152" cy="64008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14"/>
          <p:cNvSpPr txBox="1"/>
          <p:nvPr/>
        </p:nvSpPr>
        <p:spPr>
          <a:xfrm>
            <a:off x="5102352" y="270205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pptx</a:t>
            </a:r>
          </a:p>
        </p:txBody>
      </p:sp>
      <p:sp>
        <p:nvSpPr>
          <p:cNvPr id="315" name="TextBox 15"/>
          <p:cNvSpPr txBox="1"/>
          <p:nvPr/>
        </p:nvSpPr>
        <p:spPr>
          <a:xfrm>
            <a:off x="5102352" y="297637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Document skill</a:t>
            </a:r>
          </a:p>
        </p:txBody>
      </p:sp>
      <p:sp>
        <p:nvSpPr>
          <p:cNvPr id="316" name="Rounded Rectangle 16"/>
          <p:cNvSpPr/>
          <p:nvPr/>
        </p:nvSpPr>
        <p:spPr>
          <a:xfrm>
            <a:off x="7178040" y="262890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17"/>
          <p:cNvSpPr/>
          <p:nvPr/>
        </p:nvSpPr>
        <p:spPr>
          <a:xfrm>
            <a:off x="7178040" y="2628900"/>
            <a:ext cx="73152" cy="64008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18"/>
          <p:cNvSpPr txBox="1"/>
          <p:nvPr/>
        </p:nvSpPr>
        <p:spPr>
          <a:xfrm>
            <a:off x="7342632" y="270205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xlsx</a:t>
            </a:r>
          </a:p>
        </p:txBody>
      </p:sp>
      <p:sp>
        <p:nvSpPr>
          <p:cNvPr id="319" name="TextBox 19"/>
          <p:cNvSpPr txBox="1"/>
          <p:nvPr/>
        </p:nvSpPr>
        <p:spPr>
          <a:xfrm>
            <a:off x="7342632" y="297637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Document skill</a:t>
            </a:r>
          </a:p>
        </p:txBody>
      </p:sp>
      <p:sp>
        <p:nvSpPr>
          <p:cNvPr id="320" name="Rounded Rectangle 20"/>
          <p:cNvSpPr/>
          <p:nvPr/>
        </p:nvSpPr>
        <p:spPr>
          <a:xfrm>
            <a:off x="9418320" y="262890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21"/>
          <p:cNvSpPr/>
          <p:nvPr/>
        </p:nvSpPr>
        <p:spPr>
          <a:xfrm>
            <a:off x="9418320" y="2628900"/>
            <a:ext cx="73152" cy="640080"/>
          </a:xfrm>
          <a:prstGeom prst="rect">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22"/>
          <p:cNvSpPr txBox="1"/>
          <p:nvPr/>
        </p:nvSpPr>
        <p:spPr>
          <a:xfrm>
            <a:off x="9582912" y="270205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skill-creator</a:t>
            </a:r>
          </a:p>
        </p:txBody>
      </p:sp>
      <p:sp>
        <p:nvSpPr>
          <p:cNvPr id="323" name="TextBox 23"/>
          <p:cNvSpPr txBox="1"/>
          <p:nvPr/>
        </p:nvSpPr>
        <p:spPr>
          <a:xfrm>
            <a:off x="9582912" y="297637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 on by default</a:t>
            </a:r>
          </a:p>
        </p:txBody>
      </p:sp>
      <p:sp>
        <p:nvSpPr>
          <p:cNvPr id="324" name="Rounded Rectangle 24"/>
          <p:cNvSpPr/>
          <p:nvPr/>
        </p:nvSpPr>
        <p:spPr>
          <a:xfrm>
            <a:off x="640080" y="340614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25"/>
          <p:cNvSpPr/>
          <p:nvPr/>
        </p:nvSpPr>
        <p:spPr>
          <a:xfrm>
            <a:off x="640080" y="340614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26"/>
          <p:cNvSpPr txBox="1"/>
          <p:nvPr/>
        </p:nvSpPr>
        <p:spPr>
          <a:xfrm>
            <a:off x="804672" y="347929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mcp-builder</a:t>
            </a:r>
          </a:p>
        </p:txBody>
      </p:sp>
      <p:sp>
        <p:nvSpPr>
          <p:cNvPr id="327" name="TextBox 27"/>
          <p:cNvSpPr txBox="1"/>
          <p:nvPr/>
        </p:nvSpPr>
        <p:spPr>
          <a:xfrm>
            <a:off x="804672" y="375361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
        <p:nvSpPr>
          <p:cNvPr id="328" name="Rounded Rectangle 28"/>
          <p:cNvSpPr/>
          <p:nvPr/>
        </p:nvSpPr>
        <p:spPr>
          <a:xfrm>
            <a:off x="2880360" y="340614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29"/>
          <p:cNvSpPr/>
          <p:nvPr/>
        </p:nvSpPr>
        <p:spPr>
          <a:xfrm>
            <a:off x="2880360" y="340614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0"/>
          <p:cNvSpPr txBox="1"/>
          <p:nvPr/>
        </p:nvSpPr>
        <p:spPr>
          <a:xfrm>
            <a:off x="3044952" y="347929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webapp-testing</a:t>
            </a:r>
          </a:p>
        </p:txBody>
      </p:sp>
      <p:sp>
        <p:nvSpPr>
          <p:cNvPr id="331" name="TextBox 31"/>
          <p:cNvSpPr txBox="1"/>
          <p:nvPr/>
        </p:nvSpPr>
        <p:spPr>
          <a:xfrm>
            <a:off x="3044952" y="375361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
        <p:nvSpPr>
          <p:cNvPr id="332" name="Rounded Rectangle 32"/>
          <p:cNvSpPr/>
          <p:nvPr/>
        </p:nvSpPr>
        <p:spPr>
          <a:xfrm>
            <a:off x="5120640" y="340614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
          <p:cNvSpPr/>
          <p:nvPr/>
        </p:nvSpPr>
        <p:spPr>
          <a:xfrm>
            <a:off x="5120640" y="340614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4"/>
          <p:cNvSpPr txBox="1"/>
          <p:nvPr/>
        </p:nvSpPr>
        <p:spPr>
          <a:xfrm>
            <a:off x="5285232" y="347929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brand-guidelines</a:t>
            </a:r>
          </a:p>
        </p:txBody>
      </p:sp>
      <p:sp>
        <p:nvSpPr>
          <p:cNvPr id="335" name="TextBox 35"/>
          <p:cNvSpPr txBox="1"/>
          <p:nvPr/>
        </p:nvSpPr>
        <p:spPr>
          <a:xfrm>
            <a:off x="5285232" y="375361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
        <p:nvSpPr>
          <p:cNvPr id="336" name="Rounded Rectangle 36"/>
          <p:cNvSpPr/>
          <p:nvPr/>
        </p:nvSpPr>
        <p:spPr>
          <a:xfrm>
            <a:off x="7360920" y="340614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7"/>
          <p:cNvSpPr/>
          <p:nvPr/>
        </p:nvSpPr>
        <p:spPr>
          <a:xfrm>
            <a:off x="7360920" y="340614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8"/>
          <p:cNvSpPr txBox="1"/>
          <p:nvPr/>
        </p:nvSpPr>
        <p:spPr>
          <a:xfrm>
            <a:off x="7525512" y="347929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frontend-design</a:t>
            </a:r>
          </a:p>
        </p:txBody>
      </p:sp>
      <p:sp>
        <p:nvSpPr>
          <p:cNvPr id="339" name="TextBox 39"/>
          <p:cNvSpPr txBox="1"/>
          <p:nvPr/>
        </p:nvSpPr>
        <p:spPr>
          <a:xfrm>
            <a:off x="7525512" y="375361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
        <p:nvSpPr>
          <p:cNvPr id="340" name="Rounded Rectangle 40"/>
          <p:cNvSpPr/>
          <p:nvPr/>
        </p:nvSpPr>
        <p:spPr>
          <a:xfrm>
            <a:off x="9601200" y="340614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41"/>
          <p:cNvSpPr/>
          <p:nvPr/>
        </p:nvSpPr>
        <p:spPr>
          <a:xfrm>
            <a:off x="9601200" y="340614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42"/>
          <p:cNvSpPr txBox="1"/>
          <p:nvPr/>
        </p:nvSpPr>
        <p:spPr>
          <a:xfrm>
            <a:off x="9765792" y="347929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canvas-design</a:t>
            </a:r>
          </a:p>
        </p:txBody>
      </p:sp>
      <p:sp>
        <p:nvSpPr>
          <p:cNvPr id="343" name="TextBox 43"/>
          <p:cNvSpPr txBox="1"/>
          <p:nvPr/>
        </p:nvSpPr>
        <p:spPr>
          <a:xfrm>
            <a:off x="9765792" y="375361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
        <p:nvSpPr>
          <p:cNvPr id="344" name="Rounded Rectangle 44"/>
          <p:cNvSpPr/>
          <p:nvPr/>
        </p:nvSpPr>
        <p:spPr>
          <a:xfrm>
            <a:off x="457200" y="418338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45"/>
          <p:cNvSpPr/>
          <p:nvPr/>
        </p:nvSpPr>
        <p:spPr>
          <a:xfrm>
            <a:off x="457200" y="418338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TextBox 46"/>
          <p:cNvSpPr txBox="1"/>
          <p:nvPr/>
        </p:nvSpPr>
        <p:spPr>
          <a:xfrm>
            <a:off x="621792" y="425653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doc-coauthoring</a:t>
            </a:r>
          </a:p>
        </p:txBody>
      </p:sp>
      <p:sp>
        <p:nvSpPr>
          <p:cNvPr id="347" name="TextBox 47"/>
          <p:cNvSpPr txBox="1"/>
          <p:nvPr/>
        </p:nvSpPr>
        <p:spPr>
          <a:xfrm>
            <a:off x="621792" y="453085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
        <p:nvSpPr>
          <p:cNvPr id="348" name="Rounded Rectangle 48"/>
          <p:cNvSpPr/>
          <p:nvPr/>
        </p:nvSpPr>
        <p:spPr>
          <a:xfrm>
            <a:off x="2697480" y="4183380"/>
            <a:ext cx="2103120" cy="64008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49"/>
          <p:cNvSpPr/>
          <p:nvPr/>
        </p:nvSpPr>
        <p:spPr>
          <a:xfrm>
            <a:off x="2697480" y="4183380"/>
            <a:ext cx="73152" cy="64008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50"/>
          <p:cNvSpPr txBox="1"/>
          <p:nvPr/>
        </p:nvSpPr>
        <p:spPr>
          <a:xfrm>
            <a:off x="2862072" y="4256532"/>
            <a:ext cx="1828800" cy="22860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algorithmic-art</a:t>
            </a:r>
          </a:p>
        </p:txBody>
      </p:sp>
      <p:sp>
        <p:nvSpPr>
          <p:cNvPr id="351" name="TextBox 51"/>
          <p:cNvSpPr txBox="1"/>
          <p:nvPr/>
        </p:nvSpPr>
        <p:spPr>
          <a:xfrm>
            <a:off x="2862072" y="4530852"/>
            <a:ext cx="1828800" cy="182880"/>
          </a:xfrm>
          <a:prstGeom prst="rect">
            <a:avLst/>
          </a:prstGeom>
          <a:noFill/>
        </p:spPr>
        <p:txBody>
          <a:bodyPr wrap="square" tIns="0" bIns="0" lIns="45720" rIns="45720"/>
          <a:lstStyle/>
          <a:p>
            <a:pPr algn="l">
              <a:spcBef>
                <a:spcPts val="0"/>
              </a:spcBef>
              <a:spcAft>
                <a:spcPts val="0"/>
              </a:spcAft>
            </a:pPr>
            <a:r>
              <a:rPr sz="1200" b="0">
                <a:solidFill>
                  <a:srgbClr val="707070"/>
                </a:solidFill>
                <a:latin typeface="Inter"/>
              </a:rPr>
              <a:t>Example skill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352" name=""/>
        <p:cNvGrpSpPr/>
        <p:nvPr/>
      </p:nvGrpSpPr>
      <p:grpSpPr/>
      <p:sp>
        <p:nvSpPr>
          <p:cNvPr id="353" name="Title 1"/>
          <p:cNvSpPr>
            <a:spLocks noGrp="1"/>
          </p:cNvSpPr>
          <p:nvPr>
            <p:ph type="title"/>
          </p:nvPr>
        </p:nvSpPr>
        <p:spPr/>
        <p:txBody>
          <a:bodyPr>
            <a:normAutofit/>
          </a:bodyPr>
          <a:lstStyle/>
          <a:p>
            <a:r>
              <a:rPr lang="en-US" dirty="0" sz="2000">
                <a:latin typeface="Inter"/>
              </a:rPr>
              <a:t>Three separate stores — installing once is not installing everywhere</a:t>
            </a:r>
          </a:p>
        </p:txBody>
      </p:sp>
      <p:sp>
        <p:nvSpPr>
          <p:cNvPr id="354" name="Content Placeholder 2"/>
          <p:cNvSpPr>
            <a:spLocks noGrp="1"/>
          </p:cNvSpPr>
          <p:nvPr>
            <p:ph idx="13"/>
          </p:nvPr>
        </p:nvSpPr>
        <p:spPr/>
        <p:txBody>
          <a:bodyPr/>
          <a:lstStyle/>
          <a:p>
            <a:r>
              <a:rPr lang="en-US" dirty="0">
                <a:latin typeface="Inter"/>
                <a:solidFill>
                  <a:srgbClr val="4D4D4D"/>
                </a:solidFill>
              </a:rPr>
              <a:t>What ships in the box</a:t>
            </a:r>
          </a:p>
        </p:txBody>
      </p:sp>
      <p:sp>
        <p:nvSpPr>
          <p:cNvPr id="355"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356" name="Rounded Rectangle 4"/>
          <p:cNvSpPr/>
          <p:nvPr/>
        </p:nvSpPr>
        <p:spPr>
          <a:xfrm>
            <a:off x="457200" y="5120640"/>
            <a:ext cx="11247120" cy="128016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TextBox 5"/>
          <p:cNvSpPr txBox="1"/>
          <p:nvPr/>
        </p:nvSpPr>
        <p:spPr>
          <a:xfrm>
            <a:off x="731520" y="5212080"/>
            <a:ext cx="10698480" cy="27432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A skill uploaded in Claude.ai is invisible to the API and to Claude Code</a:t>
            </a:r>
          </a:p>
        </p:txBody>
      </p:sp>
      <p:sp>
        <p:nvSpPr>
          <p:cNvPr id="358" name="TextBox 6"/>
          <p:cNvSpPr txBox="1"/>
          <p:nvPr/>
        </p:nvSpPr>
        <p:spPr>
          <a:xfrm>
            <a:off x="731520" y="5504688"/>
            <a:ext cx="10698480" cy="777240"/>
          </a:xfrm>
          <a:prstGeom prst="rect">
            <a:avLst/>
          </a:prstGeom>
          <a:noFill/>
        </p:spPr>
        <p:txBody>
          <a:bodyPr wrap="square" tIns="0" bIns="0" lIns="45720" rIns="45720"/>
          <a:lstStyle/>
          <a:p>
            <a:pPr algn="l">
              <a:spcBef>
                <a:spcPts val="0"/>
              </a:spcBef>
              <a:spcAft>
                <a:spcPts val="0"/>
              </a:spcAft>
            </a:pPr>
            <a:r>
              <a:rPr sz="1000" b="0">
                <a:solidFill>
                  <a:srgbClr val="FFFFFF"/>
                </a:solidFill>
                <a:latin typeface="Inter"/>
              </a:rPr>
              <a:t>Same folder, three installs. This is the single most common source of confusion when moving from the web app to code.</a:t>
            </a:r>
          </a:p>
        </p:txBody>
      </p:sp>
      <p:sp>
        <p:nvSpPr>
          <p:cNvPr id="359" name="Rounded Rectangle 7"/>
          <p:cNvSpPr/>
          <p:nvPr/>
        </p:nvSpPr>
        <p:spPr>
          <a:xfrm>
            <a:off x="502920" y="2423160"/>
            <a:ext cx="3566160" cy="25603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ounded Rectangle 8"/>
          <p:cNvSpPr/>
          <p:nvPr/>
        </p:nvSpPr>
        <p:spPr>
          <a:xfrm>
            <a:off x="457200" y="2377440"/>
            <a:ext cx="3566160" cy="2560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9"/>
          <p:cNvSpPr txBox="1"/>
          <p:nvPr/>
        </p:nvSpPr>
        <p:spPr>
          <a:xfrm>
            <a:off x="640080" y="2560320"/>
            <a:ext cx="3200400" cy="365760"/>
          </a:xfrm>
          <a:prstGeom prst="rect">
            <a:avLst/>
          </a:prstGeom>
          <a:noFill/>
        </p:spPr>
        <p:txBody>
          <a:bodyPr wrap="square" tIns="0" bIns="0" lIns="45720" rIns="45720"/>
          <a:lstStyle/>
          <a:p>
            <a:pPr algn="l">
              <a:spcBef>
                <a:spcPts val="0"/>
              </a:spcBef>
              <a:spcAft>
                <a:spcPts val="0"/>
              </a:spcAft>
            </a:pPr>
            <a:r>
              <a:rPr sz="1300" b="1">
                <a:solidFill>
                  <a:srgbClr val="1A3FD6"/>
                </a:solidFill>
                <a:latin typeface="Inter"/>
              </a:rPr>
              <a:t>Claude.ai and Desktop</a:t>
            </a:r>
          </a:p>
        </p:txBody>
      </p:sp>
      <p:sp>
        <p:nvSpPr>
          <p:cNvPr id="362" name="TextBox 10"/>
          <p:cNvSpPr txBox="1"/>
          <p:nvPr/>
        </p:nvSpPr>
        <p:spPr>
          <a:xfrm>
            <a:off x="640080" y="2971800"/>
            <a:ext cx="3200400" cy="178308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Document skills built in and always on. Example skills toggleable, off by default except skill-creator. Custom skills uploaded as a zip.</a:t>
            </a:r>
          </a:p>
        </p:txBody>
      </p:sp>
      <p:sp>
        <p:nvSpPr>
          <p:cNvPr id="363" name="Rounded Rectangle 11"/>
          <p:cNvSpPr/>
          <p:nvPr/>
        </p:nvSpPr>
        <p:spPr>
          <a:xfrm>
            <a:off x="4343400" y="2423160"/>
            <a:ext cx="3566160" cy="25603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ounded Rectangle 12"/>
          <p:cNvSpPr/>
          <p:nvPr/>
        </p:nvSpPr>
        <p:spPr>
          <a:xfrm>
            <a:off x="4297680" y="2377440"/>
            <a:ext cx="3566160" cy="2560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13"/>
          <p:cNvSpPr txBox="1"/>
          <p:nvPr/>
        </p:nvSpPr>
        <p:spPr>
          <a:xfrm>
            <a:off x="4480560" y="2560320"/>
            <a:ext cx="3200400" cy="365760"/>
          </a:xfrm>
          <a:prstGeom prst="rect">
            <a:avLst/>
          </a:prstGeom>
          <a:noFill/>
        </p:spPr>
        <p:txBody>
          <a:bodyPr wrap="square" tIns="0" bIns="0" lIns="45720" rIns="45720"/>
          <a:lstStyle/>
          <a:p>
            <a:pPr algn="l">
              <a:spcBef>
                <a:spcPts val="0"/>
              </a:spcBef>
              <a:spcAft>
                <a:spcPts val="0"/>
              </a:spcAft>
            </a:pPr>
            <a:r>
              <a:rPr sz="1300" b="1">
                <a:solidFill>
                  <a:srgbClr val="1A3FD6"/>
                </a:solidFill>
                <a:latin typeface="Inter"/>
              </a:rPr>
              <a:t>Claude Code</a:t>
            </a:r>
          </a:p>
        </p:txBody>
      </p:sp>
      <p:sp>
        <p:nvSpPr>
          <p:cNvPr id="366" name="TextBox 14"/>
          <p:cNvSpPr txBox="1"/>
          <p:nvPr/>
        </p:nvSpPr>
        <p:spPr>
          <a:xfrm>
            <a:off x="4480560" y="2971800"/>
            <a:ext cx="3200400" cy="178308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Ships with none. Add the marketplace, install the collections, then restart. Project skills in .claude/skills, personal in ~/.claude/skills.</a:t>
            </a:r>
          </a:p>
        </p:txBody>
      </p:sp>
      <p:sp>
        <p:nvSpPr>
          <p:cNvPr id="367" name="Rounded Rectangle 15"/>
          <p:cNvSpPr/>
          <p:nvPr/>
        </p:nvSpPr>
        <p:spPr>
          <a:xfrm>
            <a:off x="8183880" y="2423160"/>
            <a:ext cx="3566160" cy="25603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ounded Rectangle 16"/>
          <p:cNvSpPr/>
          <p:nvPr/>
        </p:nvSpPr>
        <p:spPr>
          <a:xfrm>
            <a:off x="8138160" y="2377440"/>
            <a:ext cx="3566160" cy="2560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TextBox 17"/>
          <p:cNvSpPr txBox="1"/>
          <p:nvPr/>
        </p:nvSpPr>
        <p:spPr>
          <a:xfrm>
            <a:off x="8321040" y="2560320"/>
            <a:ext cx="3200400" cy="365760"/>
          </a:xfrm>
          <a:prstGeom prst="rect">
            <a:avLst/>
          </a:prstGeom>
          <a:noFill/>
        </p:spPr>
        <p:txBody>
          <a:bodyPr wrap="square" tIns="0" bIns="0" lIns="45720" rIns="45720"/>
          <a:lstStyle/>
          <a:p>
            <a:pPr algn="l">
              <a:spcBef>
                <a:spcPts val="0"/>
              </a:spcBef>
              <a:spcAft>
                <a:spcPts val="0"/>
              </a:spcAft>
            </a:pPr>
            <a:r>
              <a:rPr sz="1300" b="1">
                <a:solidFill>
                  <a:srgbClr val="1A3FD6"/>
                </a:solidFill>
                <a:latin typeface="Inter"/>
              </a:rPr>
              <a:t>API and Agent SDK</a:t>
            </a:r>
          </a:p>
        </p:txBody>
      </p:sp>
      <p:sp>
        <p:nvSpPr>
          <p:cNvPr id="370" name="TextBox 18"/>
          <p:cNvSpPr txBox="1"/>
          <p:nvPr/>
        </p:nvSpPr>
        <p:spPr>
          <a:xfrm>
            <a:off x="8321040" y="2971800"/>
            <a:ext cx="3200400" cy="178308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API: upload the skill, then mount it in container.skills, maximum eight. SDK: on disk, plus the Skill tool and setting_sources.</a:t>
            </a:r>
          </a:p>
        </p:txBody>
      </p:sp>
      <p:sp>
        <p:nvSpPr>
          <p:cNvPr id="371" name="Down Arrow 19"/>
          <p:cNvSpPr/>
          <p:nvPr/>
        </p:nvSpPr>
        <p:spPr>
          <a:xfrm>
            <a:off x="5897880" y="4946904"/>
            <a:ext cx="365760" cy="164592"/>
          </a:xfrm>
          <a:prstGeom prst="downArrow">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372" name=""/>
        <p:cNvGrpSpPr/>
        <p:nvPr/>
      </p:nvGrpSpPr>
      <p:grpSpPr/>
      <p:sp>
        <p:nvSpPr>
          <p:cNvPr id="373" name="Title 1"/>
          <p:cNvSpPr>
            <a:spLocks noGrp="1"/>
          </p:cNvSpPr>
          <p:nvPr>
            <p:ph type="title"/>
          </p:nvPr>
        </p:nvSpPr>
        <p:spPr/>
        <p:txBody>
          <a:bodyPr>
            <a:normAutofit/>
          </a:bodyPr>
          <a:lstStyle/>
          <a:p>
            <a:r>
              <a:rPr lang="en-US" dirty="0" sz="2000">
                <a:latin typeface="Inter"/>
              </a:rPr>
              <a:t>skill-creator does far more than scaffold a folder</a:t>
            </a:r>
          </a:p>
        </p:txBody>
      </p:sp>
      <p:sp>
        <p:nvSpPr>
          <p:cNvPr id="374" name="Content Placeholder 2"/>
          <p:cNvSpPr>
            <a:spLocks noGrp="1"/>
          </p:cNvSpPr>
          <p:nvPr>
            <p:ph idx="13"/>
          </p:nvPr>
        </p:nvSpPr>
        <p:spPr/>
        <p:txBody>
          <a:bodyPr/>
          <a:lstStyle/>
          <a:p>
            <a:r>
              <a:rPr lang="en-US" dirty="0">
                <a:latin typeface="Inter"/>
                <a:solidFill>
                  <a:srgbClr val="4D4D4D"/>
                </a:solidFill>
              </a:rPr>
              <a:t>What ships in the box</a:t>
            </a:r>
          </a:p>
        </p:txBody>
      </p:sp>
      <p:sp>
        <p:nvSpPr>
          <p:cNvPr id="375"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anthropics/skills, skill-creator</a:t>
            </a:r>
          </a:p>
        </p:txBody>
      </p:sp>
      <p:sp>
        <p:nvSpPr>
          <p:cNvPr id="376" name="Rounded Rectangle 4"/>
          <p:cNvSpPr/>
          <p:nvPr/>
        </p:nvSpPr>
        <p:spPr>
          <a:xfrm>
            <a:off x="457200" y="1371600"/>
            <a:ext cx="6858000" cy="365760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ounded Rectangle 5"/>
          <p:cNvSpPr/>
          <p:nvPr/>
        </p:nvSpPr>
        <p:spPr>
          <a:xfrm>
            <a:off x="457200" y="1371600"/>
            <a:ext cx="6858000" cy="274320"/>
          </a:xfrm>
          <a:prstGeom prst="roundRect">
            <a:avLst>
              <a:gd name="adj" fmla="val 4000"/>
            </a:avLst>
          </a:prstGeom>
          <a:solidFill>
            <a:srgbClr val="30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6"/>
          <p:cNvSpPr/>
          <p:nvPr/>
        </p:nvSpPr>
        <p:spPr>
          <a:xfrm>
            <a:off x="640080" y="1444752"/>
            <a:ext cx="109728" cy="109728"/>
          </a:xfrm>
          <a:prstGeom prst="ellipse">
            <a:avLst/>
          </a:prstGeom>
          <a:solidFill>
            <a:srgbClr val="E02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7"/>
          <p:cNvSpPr/>
          <p:nvPr/>
        </p:nvSpPr>
        <p:spPr>
          <a:xfrm>
            <a:off x="841248" y="1444752"/>
            <a:ext cx="109728" cy="109728"/>
          </a:xfrm>
          <a:prstGeom prst="ellipse">
            <a:avLst/>
          </a:prstGeom>
          <a:solidFill>
            <a:srgbClr val="DB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8"/>
          <p:cNvSpPr/>
          <p:nvPr/>
        </p:nvSpPr>
        <p:spPr>
          <a:xfrm>
            <a:off x="1042416" y="1444752"/>
            <a:ext cx="109728" cy="109728"/>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9"/>
          <p:cNvSpPr txBox="1"/>
          <p:nvPr/>
        </p:nvSpPr>
        <p:spPr>
          <a:xfrm>
            <a:off x="731520" y="1783080"/>
            <a:ext cx="6309360" cy="3108960"/>
          </a:xfrm>
          <a:prstGeom prst="rect">
            <a:avLst/>
          </a:prstGeom>
          <a:noFill/>
        </p:spPr>
        <p:txBody>
          <a:bodyPr wrap="square" tIns="0" bIns="0" lIns="45720" rIns="45720"/>
          <a:lstStyle/>
          <a:p>
            <a:pPr algn="l">
              <a:spcBef>
                <a:spcPts val="0"/>
              </a:spcBef>
              <a:spcAft>
                <a:spcPts val="0"/>
              </a:spcAft>
            </a:pPr>
            <a:r>
              <a:rPr sz="900" b="0">
                <a:solidFill>
                  <a:srgbClr val="A6E3A1"/>
                </a:solidFill>
                <a:latin typeface="Consolas"/>
              </a:rPr>
              <a:t># package a finished skill
python -m scripts.package_skill ./my-skill
# benchmark one iteration against a no-skill baseline
python -m scripts.aggregate_benchmark workspace/iteration-1 \
    --skill-name my-skill
# optimise the description on a held-out split
python -m scripts.run_loop --eval-set evals/evals.json \
    --skill-path ./my-skill --max-iterations 5</a:t>
            </a:r>
          </a:p>
        </p:txBody>
      </p:sp>
      <p:sp>
        <p:nvSpPr>
          <p:cNvPr id="382" name="Rounded Rectangle 10"/>
          <p:cNvSpPr/>
          <p:nvPr/>
        </p:nvSpPr>
        <p:spPr>
          <a:xfrm>
            <a:off x="7635240" y="1417320"/>
            <a:ext cx="4114800" cy="109728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ounded Rectangle 11"/>
          <p:cNvSpPr/>
          <p:nvPr/>
        </p:nvSpPr>
        <p:spPr>
          <a:xfrm>
            <a:off x="7589520" y="1371600"/>
            <a:ext cx="411480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TextBox 12"/>
          <p:cNvSpPr txBox="1"/>
          <p:nvPr/>
        </p:nvSpPr>
        <p:spPr>
          <a:xfrm>
            <a:off x="7726680" y="1508760"/>
            <a:ext cx="3840480" cy="22860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Grades your work</a:t>
            </a:r>
          </a:p>
        </p:txBody>
      </p:sp>
      <p:sp>
        <p:nvSpPr>
          <p:cNvPr id="385" name="TextBox 13"/>
          <p:cNvSpPr txBox="1"/>
          <p:nvPr/>
        </p:nvSpPr>
        <p:spPr>
          <a:xfrm>
            <a:off x="7726680" y="1783080"/>
            <a:ext cx="3840480" cy="548640"/>
          </a:xfrm>
          <a:prstGeom prst="rect">
            <a:avLst/>
          </a:prstGeom>
          <a:noFill/>
        </p:spPr>
        <p:txBody>
          <a:bodyPr wrap="square" tIns="0" bIns="0" lIns="45720" rIns="45720"/>
          <a:lstStyle/>
          <a:p>
            <a:pPr algn="l">
              <a:spcBef>
                <a:spcPts val="0"/>
              </a:spcBef>
              <a:spcAft>
                <a:spcPts val="0"/>
              </a:spcAft>
            </a:pPr>
            <a:r>
              <a:rPr sz="900" b="0">
                <a:solidFill>
                  <a:srgbClr val="4D4D4D"/>
                </a:solidFill>
                <a:latin typeface="Inter"/>
              </a:rPr>
              <a:t>It carries the best-practice list in a form that can score a skill you already wrote.</a:t>
            </a:r>
          </a:p>
        </p:txBody>
      </p:sp>
      <p:sp>
        <p:nvSpPr>
          <p:cNvPr id="386" name="Rounded Rectangle 14"/>
          <p:cNvSpPr/>
          <p:nvPr/>
        </p:nvSpPr>
        <p:spPr>
          <a:xfrm>
            <a:off x="7635240" y="2651760"/>
            <a:ext cx="4114800" cy="109728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ounded Rectangle 15"/>
          <p:cNvSpPr/>
          <p:nvPr/>
        </p:nvSpPr>
        <p:spPr>
          <a:xfrm>
            <a:off x="7589520" y="2606040"/>
            <a:ext cx="411480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TextBox 16"/>
          <p:cNvSpPr txBox="1"/>
          <p:nvPr/>
        </p:nvSpPr>
        <p:spPr>
          <a:xfrm>
            <a:off x="7726680" y="2743200"/>
            <a:ext cx="3840480" cy="22860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Measures the delta</a:t>
            </a:r>
          </a:p>
        </p:txBody>
      </p:sp>
      <p:sp>
        <p:nvSpPr>
          <p:cNvPr id="389" name="TextBox 17"/>
          <p:cNvSpPr txBox="1"/>
          <p:nvPr/>
        </p:nvSpPr>
        <p:spPr>
          <a:xfrm>
            <a:off x="7726680" y="3017520"/>
            <a:ext cx="3840480" cy="548640"/>
          </a:xfrm>
          <a:prstGeom prst="rect">
            <a:avLst/>
          </a:prstGeom>
          <a:noFill/>
        </p:spPr>
        <p:txBody>
          <a:bodyPr wrap="square" tIns="0" bIns="0" lIns="45720" rIns="45720"/>
          <a:lstStyle/>
          <a:p>
            <a:pPr algn="l">
              <a:spcBef>
                <a:spcPts val="0"/>
              </a:spcBef>
              <a:spcAft>
                <a:spcPts val="0"/>
              </a:spcAft>
            </a:pPr>
            <a:r>
              <a:rPr sz="900" b="0">
                <a:solidFill>
                  <a:srgbClr val="4D4D4D"/>
                </a:solidFill>
                <a:latin typeface="Inter"/>
              </a:rPr>
              <a:t>Pass rate, tokens and duration, with and without the skill.</a:t>
            </a:r>
          </a:p>
        </p:txBody>
      </p:sp>
      <p:sp>
        <p:nvSpPr>
          <p:cNvPr id="390" name="Rounded Rectangle 18"/>
          <p:cNvSpPr/>
          <p:nvPr/>
        </p:nvSpPr>
        <p:spPr>
          <a:xfrm>
            <a:off x="7635240" y="3886200"/>
            <a:ext cx="4114800" cy="109728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Rounded Rectangle 19"/>
          <p:cNvSpPr/>
          <p:nvPr/>
        </p:nvSpPr>
        <p:spPr>
          <a:xfrm>
            <a:off x="7589520" y="3840480"/>
            <a:ext cx="411480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TextBox 20"/>
          <p:cNvSpPr txBox="1"/>
          <p:nvPr/>
        </p:nvSpPr>
        <p:spPr>
          <a:xfrm>
            <a:off x="7726680" y="3977640"/>
            <a:ext cx="3840480" cy="22860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Tunes the description</a:t>
            </a:r>
          </a:p>
        </p:txBody>
      </p:sp>
      <p:sp>
        <p:nvSpPr>
          <p:cNvPr id="393" name="TextBox 21"/>
          <p:cNvSpPr txBox="1"/>
          <p:nvPr/>
        </p:nvSpPr>
        <p:spPr>
          <a:xfrm>
            <a:off x="7726680" y="4251960"/>
            <a:ext cx="3840480" cy="548640"/>
          </a:xfrm>
          <a:prstGeom prst="rect">
            <a:avLst/>
          </a:prstGeom>
          <a:noFill/>
        </p:spPr>
        <p:txBody>
          <a:bodyPr wrap="square" tIns="0" bIns="0" lIns="45720" rIns="45720"/>
          <a:lstStyle/>
          <a:p>
            <a:pPr algn="l">
              <a:spcBef>
                <a:spcPts val="0"/>
              </a:spcBef>
              <a:spcAft>
                <a:spcPts val="0"/>
              </a:spcAft>
            </a:pPr>
            <a:r>
              <a:rPr sz="900" b="0">
                <a:solidFill>
                  <a:srgbClr val="4D4D4D"/>
                </a:solidFill>
                <a:latin typeface="Inter"/>
              </a:rPr>
              <a:t>Three repeats per query, 60/40 split, selection on held-out items.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394" name=""/>
        <p:cNvGrpSpPr/>
        <p:nvPr/>
      </p:nvGrpSpPr>
      <p:grpSpPr/>
      <p:sp>
        <p:nvSpPr>
          <p:cNvPr id="395" name="Title 1"/>
          <p:cNvSpPr>
            <a:spLocks noGrp="1"/>
          </p:cNvSpPr>
          <p:nvPr>
            <p:ph type="ctrTitle"/>
          </p:nvPr>
        </p:nvSpPr>
        <p:spPr>
          <a:xfrm>
            <a:off x="0" y="0"/>
            <a:ext cx="0" cy="0"/>
          </a:xfrm>
        </p:spPr>
        <p:txBody>
          <a:bodyPr/>
          <a:lstStyle/>
          <a:p>
            <a:r>
              <a:rPr lang="en-US" sz="100" dirty="0"/>
              <a:t> </a:t>
            </a:r>
          </a:p>
        </p:txBody>
      </p:sp>
      <p:sp>
        <p:nvSpPr>
          <p:cNvPr id="396" name="Subtitle 2"/>
          <p:cNvSpPr>
            <a:spLocks noGrp="1"/>
          </p:cNvSpPr>
          <p:nvPr>
            <p:ph type="subTitle" idx="1"/>
          </p:nvPr>
        </p:nvSpPr>
        <p:spPr>
          <a:xfrm>
            <a:off x="0" y="0"/>
            <a:ext cx="0" cy="0"/>
          </a:xfrm>
        </p:spPr>
        <p:txBody>
          <a:bodyPr/>
          <a:lstStyle/>
          <a:p>
            <a:r>
              <a:rPr lang="en-US" sz="100" dirty="0"/>
              <a:t> </a:t>
            </a:r>
          </a:p>
        </p:txBody>
      </p:sp>
      <p:sp>
        <p:nvSpPr>
          <p:cNvPr id="397" name="Text Placeholder 3"/>
          <p:cNvSpPr>
            <a:spLocks noGrp="1"/>
          </p:cNvSpPr>
          <p:nvPr>
            <p:ph type="body" idx="10" sz="quarter"/>
          </p:nvPr>
        </p:nvSpPr>
        <p:spPr/>
        <p:txBody>
          <a:bodyPr/>
          <a:lstStyle/>
          <a:p>
            <a:r>
              <a:rPr lang="en-US" dirty="0">
                <a:latin typeface="Inter"/>
              </a:rPr>
              <a:t>Section 05</a:t>
            </a:r>
          </a:p>
        </p:txBody>
      </p:sp>
      <p:sp>
        <p:nvSpPr>
          <p:cNvPr id="398"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Authoring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399" name=""/>
        <p:cNvGrpSpPr/>
        <p:nvPr/>
      </p:nvGrpSpPr>
      <p:grpSpPr/>
      <p:sp>
        <p:nvSpPr>
          <p:cNvPr id="400" name="Title 1"/>
          <p:cNvSpPr>
            <a:spLocks noGrp="1"/>
          </p:cNvSpPr>
          <p:nvPr>
            <p:ph type="title"/>
          </p:nvPr>
        </p:nvSpPr>
        <p:spPr/>
        <p:txBody>
          <a:bodyPr>
            <a:normAutofit/>
          </a:bodyPr>
          <a:lstStyle/>
          <a:p>
            <a:r>
              <a:rPr lang="en-US" dirty="0" sz="2000">
                <a:latin typeface="Inter"/>
              </a:rPr>
              <a:t>The description is the only thing read before the skill loads</a:t>
            </a:r>
          </a:p>
        </p:txBody>
      </p:sp>
      <p:sp>
        <p:nvSpPr>
          <p:cNvPr id="401" name="Content Placeholder 2"/>
          <p:cNvSpPr>
            <a:spLocks noGrp="1"/>
          </p:cNvSpPr>
          <p:nvPr>
            <p:ph idx="13"/>
          </p:nvPr>
        </p:nvSpPr>
        <p:spPr/>
        <p:txBody>
          <a:bodyPr/>
          <a:lstStyle/>
          <a:p>
            <a:r>
              <a:rPr lang="en-US" dirty="0">
                <a:latin typeface="Inter"/>
                <a:solidFill>
                  <a:srgbClr val="4D4D4D"/>
                </a:solidFill>
              </a:rPr>
              <a:t>Authoring</a:t>
            </a:r>
          </a:p>
        </p:txBody>
      </p:sp>
      <p:sp>
        <p:nvSpPr>
          <p:cNvPr id="402"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403" name="Rounded Rectangle 4"/>
          <p:cNvSpPr/>
          <p:nvPr/>
        </p:nvSpPr>
        <p:spPr>
          <a:xfrm>
            <a:off x="502920" y="1417320"/>
            <a:ext cx="5486400" cy="365760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Rounded Rectangle 5"/>
          <p:cNvSpPr/>
          <p:nvPr/>
        </p:nvSpPr>
        <p:spPr>
          <a:xfrm>
            <a:off x="457200" y="1371600"/>
            <a:ext cx="5486400"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TextBox 6"/>
          <p:cNvSpPr txBox="1"/>
          <p:nvPr/>
        </p:nvSpPr>
        <p:spPr>
          <a:xfrm>
            <a:off x="685800" y="1554480"/>
            <a:ext cx="5029200" cy="365760"/>
          </a:xfrm>
          <a:prstGeom prst="rect">
            <a:avLst/>
          </a:prstGeom>
          <a:noFill/>
        </p:spPr>
        <p:txBody>
          <a:bodyPr wrap="square" tIns="0" bIns="0" lIns="45720" rIns="45720"/>
          <a:lstStyle/>
          <a:p>
            <a:pPr algn="l">
              <a:spcBef>
                <a:spcPts val="0"/>
              </a:spcBef>
              <a:spcAft>
                <a:spcPts val="0"/>
              </a:spcAft>
            </a:pPr>
            <a:r>
              <a:rPr sz="1400" b="1">
                <a:solidFill>
                  <a:srgbClr val="1A3FD6"/>
                </a:solidFill>
                <a:latin typeface="Inter"/>
              </a:rPr>
              <a:t>Will not fire reliably</a:t>
            </a:r>
          </a:p>
        </p:txBody>
      </p:sp>
      <p:sp>
        <p:nvSpPr>
          <p:cNvPr id="406" name="Rounded Rectangle 7"/>
          <p:cNvSpPr/>
          <p:nvPr/>
        </p:nvSpPr>
        <p:spPr>
          <a:xfrm>
            <a:off x="640080" y="2011680"/>
            <a:ext cx="5120640" cy="1097280"/>
          </a:xfrm>
          <a:prstGeom prst="roundRect">
            <a:avLst>
              <a:gd name="adj" fmla="val 4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TextBox 8"/>
          <p:cNvSpPr txBox="1"/>
          <p:nvPr/>
        </p:nvSpPr>
        <p:spPr>
          <a:xfrm>
            <a:off x="731520" y="2103120"/>
            <a:ext cx="4937760" cy="182880"/>
          </a:xfrm>
          <a:prstGeom prst="rect">
            <a:avLst/>
          </a:prstGeom>
          <a:noFill/>
        </p:spPr>
        <p:txBody>
          <a:bodyPr wrap="square" tIns="0" bIns="0" lIns="45720" rIns="45720"/>
          <a:lstStyle/>
          <a:p>
            <a:pPr algn="l">
              <a:spcBef>
                <a:spcPts val="0"/>
              </a:spcBef>
              <a:spcAft>
                <a:spcPts val="0"/>
              </a:spcAft>
            </a:pPr>
            <a:r>
              <a:rPr sz="1200" b="1">
                <a:solidFill>
                  <a:srgbClr val="707070"/>
                </a:solidFill>
                <a:latin typeface="Inter"/>
              </a:rPr>
              <a:t>INSTRUCTIONS</a:t>
            </a:r>
          </a:p>
        </p:txBody>
      </p:sp>
      <p:sp>
        <p:nvSpPr>
          <p:cNvPr id="408" name="TextBox 9"/>
          <p:cNvSpPr txBox="1"/>
          <p:nvPr/>
        </p:nvSpPr>
        <p:spPr>
          <a:xfrm>
            <a:off x="731520" y="2331720"/>
            <a:ext cx="4937760" cy="7315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Vague scope, no trigger words, first person</a:t>
            </a:r>
          </a:p>
        </p:txBody>
      </p:sp>
      <p:sp>
        <p:nvSpPr>
          <p:cNvPr id="409" name="Rounded Rectangle 10"/>
          <p:cNvSpPr/>
          <p:nvPr/>
        </p:nvSpPr>
        <p:spPr>
          <a:xfrm>
            <a:off x="640080" y="3291840"/>
            <a:ext cx="5120640" cy="1371600"/>
          </a:xfrm>
          <a:prstGeom prst="roundRect">
            <a:avLst>
              <a:gd name="adj" fmla="val 4000"/>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TextBox 11"/>
          <p:cNvSpPr txBox="1"/>
          <p:nvPr/>
        </p:nvSpPr>
        <p:spPr>
          <a:xfrm>
            <a:off x="731520" y="3383280"/>
            <a:ext cx="4937760" cy="182880"/>
          </a:xfrm>
          <a:prstGeom prst="rect">
            <a:avLst/>
          </a:prstGeom>
          <a:noFill/>
        </p:spPr>
        <p:txBody>
          <a:bodyPr wrap="square" tIns="0" bIns="0" lIns="45720" rIns="45720"/>
          <a:lstStyle/>
          <a:p>
            <a:pPr algn="l">
              <a:spcBef>
                <a:spcPts val="0"/>
              </a:spcBef>
              <a:spcAft>
                <a:spcPts val="0"/>
              </a:spcAft>
            </a:pPr>
            <a:r>
              <a:rPr sz="1200" b="1">
                <a:solidFill>
                  <a:srgbClr val="707070"/>
                </a:solidFill>
                <a:latin typeface="Inter"/>
              </a:rPr>
              <a:t>EXAMPLE PROMPT</a:t>
            </a:r>
          </a:p>
        </p:txBody>
      </p:sp>
      <p:sp>
        <p:nvSpPr>
          <p:cNvPr id="411" name="TextBox 12"/>
          <p:cNvSpPr txBox="1"/>
          <p:nvPr/>
        </p:nvSpPr>
        <p:spPr>
          <a:xfrm>
            <a:off x="731520" y="3611880"/>
            <a:ext cx="4937760" cy="91440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"Helps with analysing data and producing useful summaries for the team."</a:t>
            </a:r>
          </a:p>
        </p:txBody>
      </p:sp>
      <p:sp>
        <p:nvSpPr>
          <p:cNvPr id="412" name="Rounded Rectangle 13"/>
          <p:cNvSpPr/>
          <p:nvPr/>
        </p:nvSpPr>
        <p:spPr>
          <a:xfrm>
            <a:off x="6263640" y="1417320"/>
            <a:ext cx="5486400" cy="365760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Rounded Rectangle 14"/>
          <p:cNvSpPr/>
          <p:nvPr/>
        </p:nvSpPr>
        <p:spPr>
          <a:xfrm>
            <a:off x="6217920" y="1371600"/>
            <a:ext cx="5486400"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TextBox 15"/>
          <p:cNvSpPr txBox="1"/>
          <p:nvPr/>
        </p:nvSpPr>
        <p:spPr>
          <a:xfrm>
            <a:off x="6446520" y="1554480"/>
            <a:ext cx="5029200" cy="365760"/>
          </a:xfrm>
          <a:prstGeom prst="rect">
            <a:avLst/>
          </a:prstGeom>
          <a:noFill/>
        </p:spPr>
        <p:txBody>
          <a:bodyPr wrap="square" tIns="0" bIns="0" lIns="45720" rIns="45720"/>
          <a:lstStyle/>
          <a:p>
            <a:pPr algn="l">
              <a:spcBef>
                <a:spcPts val="0"/>
              </a:spcBef>
              <a:spcAft>
                <a:spcPts val="0"/>
              </a:spcAft>
            </a:pPr>
            <a:r>
              <a:rPr sz="1400" b="1">
                <a:solidFill>
                  <a:srgbClr val="00A798"/>
                </a:solidFill>
                <a:latin typeface="Inter"/>
              </a:rPr>
              <a:t>Fires when it should</a:t>
            </a:r>
          </a:p>
        </p:txBody>
      </p:sp>
      <p:sp>
        <p:nvSpPr>
          <p:cNvPr id="415" name="Rounded Rectangle 16"/>
          <p:cNvSpPr/>
          <p:nvPr/>
        </p:nvSpPr>
        <p:spPr>
          <a:xfrm>
            <a:off x="6400800" y="2011680"/>
            <a:ext cx="5120640" cy="1097280"/>
          </a:xfrm>
          <a:prstGeom prst="roundRect">
            <a:avLst>
              <a:gd name="adj" fmla="val 4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TextBox 17"/>
          <p:cNvSpPr txBox="1"/>
          <p:nvPr/>
        </p:nvSpPr>
        <p:spPr>
          <a:xfrm>
            <a:off x="6492240" y="2103120"/>
            <a:ext cx="4937760" cy="182880"/>
          </a:xfrm>
          <a:prstGeom prst="rect">
            <a:avLst/>
          </a:prstGeom>
          <a:noFill/>
        </p:spPr>
        <p:txBody>
          <a:bodyPr wrap="square" tIns="0" bIns="0" lIns="45720" rIns="45720"/>
          <a:lstStyle/>
          <a:p>
            <a:pPr algn="l">
              <a:spcBef>
                <a:spcPts val="0"/>
              </a:spcBef>
              <a:spcAft>
                <a:spcPts val="0"/>
              </a:spcAft>
            </a:pPr>
            <a:r>
              <a:rPr sz="1200" b="1">
                <a:solidFill>
                  <a:srgbClr val="707070"/>
                </a:solidFill>
                <a:latin typeface="Inter"/>
              </a:rPr>
              <a:t>INSTRUCTIONS</a:t>
            </a:r>
          </a:p>
        </p:txBody>
      </p:sp>
      <p:sp>
        <p:nvSpPr>
          <p:cNvPr id="417" name="TextBox 18"/>
          <p:cNvSpPr txBox="1"/>
          <p:nvPr/>
        </p:nvSpPr>
        <p:spPr>
          <a:xfrm>
            <a:off x="6492240" y="2331720"/>
            <a:ext cx="4937760" cy="7315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States what and when, in the third person, with the words a user would type</a:t>
            </a:r>
          </a:p>
        </p:txBody>
      </p:sp>
      <p:sp>
        <p:nvSpPr>
          <p:cNvPr id="418" name="Rounded Rectangle 19"/>
          <p:cNvSpPr/>
          <p:nvPr/>
        </p:nvSpPr>
        <p:spPr>
          <a:xfrm>
            <a:off x="6400800" y="3291840"/>
            <a:ext cx="5120640" cy="1371600"/>
          </a:xfrm>
          <a:prstGeom prst="roundRect">
            <a:avLst>
              <a:gd name="adj" fmla="val 4000"/>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20"/>
          <p:cNvSpPr txBox="1"/>
          <p:nvPr/>
        </p:nvSpPr>
        <p:spPr>
          <a:xfrm>
            <a:off x="6492240" y="3383280"/>
            <a:ext cx="4937760" cy="182880"/>
          </a:xfrm>
          <a:prstGeom prst="rect">
            <a:avLst/>
          </a:prstGeom>
          <a:noFill/>
        </p:spPr>
        <p:txBody>
          <a:bodyPr wrap="square" tIns="0" bIns="0" lIns="45720" rIns="45720"/>
          <a:lstStyle/>
          <a:p>
            <a:pPr algn="l">
              <a:spcBef>
                <a:spcPts val="0"/>
              </a:spcBef>
              <a:spcAft>
                <a:spcPts val="0"/>
              </a:spcAft>
            </a:pPr>
            <a:r>
              <a:rPr sz="1200" b="1">
                <a:solidFill>
                  <a:srgbClr val="707070"/>
                </a:solidFill>
                <a:latin typeface="Inter"/>
              </a:rPr>
              <a:t>EXAMPLE PROMPT</a:t>
            </a:r>
          </a:p>
        </p:txBody>
      </p:sp>
      <p:sp>
        <p:nvSpPr>
          <p:cNvPr id="420" name="TextBox 21"/>
          <p:cNvSpPr txBox="1"/>
          <p:nvPr/>
        </p:nvSpPr>
        <p:spPr>
          <a:xfrm>
            <a:off x="6492240" y="3611880"/>
            <a:ext cx="4937760" cy="91440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"Analyze weekly marketing campaign performance from CSV or BigQuery data. Use when the user asks about campaign metrics, funnel analysis, ROAS, or budget reallocation."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421" name=""/>
        <p:cNvGrpSpPr/>
        <p:nvPr/>
      </p:nvGrpSpPr>
      <p:grpSpPr/>
      <p:sp>
        <p:nvSpPr>
          <p:cNvPr id="422" name="Title 1"/>
          <p:cNvSpPr>
            <a:spLocks noGrp="1"/>
          </p:cNvSpPr>
          <p:nvPr>
            <p:ph type="title"/>
          </p:nvPr>
        </p:nvSpPr>
        <p:spPr/>
        <p:txBody>
          <a:bodyPr>
            <a:normAutofit/>
          </a:bodyPr>
          <a:lstStyle/>
          <a:p>
            <a:r>
              <a:rPr lang="en-US" dirty="0" sz="2000">
                <a:latin typeface="Inter"/>
              </a:rPr>
              <a:t>Set the freedom dial by asking whether variation is a defect</a:t>
            </a:r>
          </a:p>
        </p:txBody>
      </p:sp>
      <p:sp>
        <p:nvSpPr>
          <p:cNvPr id="423" name="Content Placeholder 2"/>
          <p:cNvSpPr>
            <a:spLocks noGrp="1"/>
          </p:cNvSpPr>
          <p:nvPr>
            <p:ph idx="13"/>
          </p:nvPr>
        </p:nvSpPr>
        <p:spPr/>
        <p:txBody>
          <a:bodyPr/>
          <a:lstStyle/>
          <a:p>
            <a:r>
              <a:rPr lang="en-US" dirty="0">
                <a:latin typeface="Inter"/>
                <a:solidFill>
                  <a:srgbClr val="4D4D4D"/>
                </a:solidFill>
              </a:rPr>
              <a:t>Authoring</a:t>
            </a:r>
          </a:p>
        </p:txBody>
      </p:sp>
      <p:sp>
        <p:nvSpPr>
          <p:cNvPr id="424"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425" name="Rounded Rectangle 4"/>
          <p:cNvSpPr/>
          <p:nvPr/>
        </p:nvSpPr>
        <p:spPr>
          <a:xfrm>
            <a:off x="457200" y="1280160"/>
            <a:ext cx="3627120" cy="5029200"/>
          </a:xfrm>
          <a:prstGeom prst="roundRect">
            <a:avLst>
              <a:gd name="adj" fmla="val 4000"/>
            </a:avLst>
          </a:prstGeom>
          <a:solidFill>
            <a:srgbClr val="F5F5F5"/>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ounded Rectangle 5"/>
          <p:cNvSpPr/>
          <p:nvPr/>
        </p:nvSpPr>
        <p:spPr>
          <a:xfrm>
            <a:off x="457200" y="1280160"/>
            <a:ext cx="3627120" cy="45720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6"/>
          <p:cNvSpPr txBox="1"/>
          <p:nvPr/>
        </p:nvSpPr>
        <p:spPr>
          <a:xfrm>
            <a:off x="594360" y="1371600"/>
            <a:ext cx="3352800" cy="27432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Low freedom</a:t>
            </a:r>
          </a:p>
        </p:txBody>
      </p:sp>
      <p:sp>
        <p:nvSpPr>
          <p:cNvPr id="428" name="Rounded Rectangle 7"/>
          <p:cNvSpPr/>
          <p:nvPr/>
        </p:nvSpPr>
        <p:spPr>
          <a:xfrm>
            <a:off x="3672840" y="1353312"/>
            <a:ext cx="320040" cy="27432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TextBox 8"/>
          <p:cNvSpPr txBox="1"/>
          <p:nvPr/>
        </p:nvSpPr>
        <p:spPr>
          <a:xfrm>
            <a:off x="3672840" y="1371600"/>
            <a:ext cx="320040" cy="228600"/>
          </a:xfrm>
          <a:prstGeom prst="rect">
            <a:avLst/>
          </a:prstGeom>
          <a:noFill/>
        </p:spPr>
        <p:txBody>
          <a:bodyPr wrap="square" tIns="0" bIns="0" lIns="45720" rIns="45720"/>
          <a:lstStyle/>
          <a:p>
            <a:pPr algn="ctr">
              <a:spcBef>
                <a:spcPts val="0"/>
              </a:spcBef>
              <a:spcAft>
                <a:spcPts val="0"/>
              </a:spcAft>
            </a:pPr>
            <a:r>
              <a:rPr sz="1000" b="1">
                <a:solidFill>
                  <a:srgbClr val="1A3FD6"/>
                </a:solidFill>
                <a:latin typeface="Inter"/>
              </a:rPr>
              <a:t>5</a:t>
            </a:r>
          </a:p>
        </p:txBody>
      </p:sp>
      <p:sp>
        <p:nvSpPr>
          <p:cNvPr id="430" name="Rounded Rectangle 9"/>
          <p:cNvSpPr/>
          <p:nvPr/>
        </p:nvSpPr>
        <p:spPr>
          <a:xfrm>
            <a:off x="548640" y="1847088"/>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10"/>
          <p:cNvSpPr txBox="1"/>
          <p:nvPr/>
        </p:nvSpPr>
        <p:spPr>
          <a:xfrm>
            <a:off x="640080" y="1920240"/>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Compliance and audit output</a:t>
            </a:r>
          </a:p>
        </p:txBody>
      </p:sp>
      <p:sp>
        <p:nvSpPr>
          <p:cNvPr id="432" name="Rounded Rectangle 11"/>
          <p:cNvSpPr/>
          <p:nvPr/>
        </p:nvSpPr>
        <p:spPr>
          <a:xfrm>
            <a:off x="548640" y="2459736"/>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12"/>
          <p:cNvSpPr txBox="1"/>
          <p:nvPr/>
        </p:nvSpPr>
        <p:spPr>
          <a:xfrm>
            <a:off x="640080" y="2532888"/>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Numbered, mandatory sequence</a:t>
            </a:r>
          </a:p>
        </p:txBody>
      </p:sp>
      <p:sp>
        <p:nvSpPr>
          <p:cNvPr id="434" name="Rounded Rectangle 13"/>
          <p:cNvSpPr/>
          <p:nvPr/>
        </p:nvSpPr>
        <p:spPr>
          <a:xfrm>
            <a:off x="548640" y="3072384"/>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14"/>
          <p:cNvSpPr txBox="1"/>
          <p:nvPr/>
        </p:nvSpPr>
        <p:spPr>
          <a:xfrm>
            <a:off x="640080" y="3145536"/>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Fixed template in assets/</a:t>
            </a:r>
          </a:p>
        </p:txBody>
      </p:sp>
      <p:sp>
        <p:nvSpPr>
          <p:cNvPr id="436" name="Rounded Rectangle 15"/>
          <p:cNvSpPr/>
          <p:nvPr/>
        </p:nvSpPr>
        <p:spPr>
          <a:xfrm>
            <a:off x="548640" y="3685032"/>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TextBox 16"/>
          <p:cNvSpPr txBox="1"/>
          <p:nvPr/>
        </p:nvSpPr>
        <p:spPr>
          <a:xfrm>
            <a:off x="640080" y="3758184"/>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Explicit reason a step may be skipped</a:t>
            </a:r>
          </a:p>
        </p:txBody>
      </p:sp>
      <p:sp>
        <p:nvSpPr>
          <p:cNvPr id="438" name="Rounded Rectangle 17"/>
          <p:cNvSpPr/>
          <p:nvPr/>
        </p:nvSpPr>
        <p:spPr>
          <a:xfrm>
            <a:off x="548640" y="4297680"/>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TextBox 18"/>
          <p:cNvSpPr txBox="1"/>
          <p:nvPr/>
        </p:nvSpPr>
        <p:spPr>
          <a:xfrm>
            <a:off x="640080" y="4370832"/>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Named output tree</a:t>
            </a:r>
          </a:p>
        </p:txBody>
      </p:sp>
      <p:sp>
        <p:nvSpPr>
          <p:cNvPr id="440" name="Rounded Rectangle 19"/>
          <p:cNvSpPr/>
          <p:nvPr/>
        </p:nvSpPr>
        <p:spPr>
          <a:xfrm>
            <a:off x="4267200" y="1280160"/>
            <a:ext cx="3627120" cy="5029200"/>
          </a:xfrm>
          <a:prstGeom prst="roundRect">
            <a:avLst>
              <a:gd name="adj" fmla="val 4000"/>
            </a:avLst>
          </a:prstGeom>
          <a:solidFill>
            <a:srgbClr val="F5F5F5"/>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Rounded Rectangle 20"/>
          <p:cNvSpPr/>
          <p:nvPr/>
        </p:nvSpPr>
        <p:spPr>
          <a:xfrm>
            <a:off x="4267200" y="1280160"/>
            <a:ext cx="3627120" cy="457200"/>
          </a:xfrm>
          <a:prstGeom prst="roundRect">
            <a:avLst>
              <a:gd name="adj" fmla="val 4000"/>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TextBox 21"/>
          <p:cNvSpPr txBox="1"/>
          <p:nvPr/>
        </p:nvSpPr>
        <p:spPr>
          <a:xfrm>
            <a:off x="4404360" y="1371600"/>
            <a:ext cx="3352800" cy="27432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Medium freedom</a:t>
            </a:r>
          </a:p>
        </p:txBody>
      </p:sp>
      <p:sp>
        <p:nvSpPr>
          <p:cNvPr id="443" name="Rounded Rectangle 22"/>
          <p:cNvSpPr/>
          <p:nvPr/>
        </p:nvSpPr>
        <p:spPr>
          <a:xfrm>
            <a:off x="7482840" y="1353312"/>
            <a:ext cx="320040" cy="27432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TextBox 23"/>
          <p:cNvSpPr txBox="1"/>
          <p:nvPr/>
        </p:nvSpPr>
        <p:spPr>
          <a:xfrm>
            <a:off x="7482840" y="1371600"/>
            <a:ext cx="320040" cy="228600"/>
          </a:xfrm>
          <a:prstGeom prst="rect">
            <a:avLst/>
          </a:prstGeom>
          <a:noFill/>
        </p:spPr>
        <p:txBody>
          <a:bodyPr wrap="square" tIns="0" bIns="0" lIns="45720" rIns="45720"/>
          <a:lstStyle/>
          <a:p>
            <a:pPr algn="ctr">
              <a:spcBef>
                <a:spcPts val="0"/>
              </a:spcBef>
              <a:spcAft>
                <a:spcPts val="0"/>
              </a:spcAft>
            </a:pPr>
            <a:r>
              <a:rPr sz="1000" b="1">
                <a:solidFill>
                  <a:srgbClr val="00A798"/>
                </a:solidFill>
                <a:latin typeface="Inter"/>
              </a:rPr>
              <a:t>4</a:t>
            </a:r>
          </a:p>
        </p:txBody>
      </p:sp>
      <p:sp>
        <p:nvSpPr>
          <p:cNvPr id="445" name="Rounded Rectangle 24"/>
          <p:cNvSpPr/>
          <p:nvPr/>
        </p:nvSpPr>
        <p:spPr>
          <a:xfrm>
            <a:off x="4358640" y="1847088"/>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TextBox 25"/>
          <p:cNvSpPr txBox="1"/>
          <p:nvPr/>
        </p:nvSpPr>
        <p:spPr>
          <a:xfrm>
            <a:off x="4450080" y="1920240"/>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Analysis and reporting</a:t>
            </a:r>
          </a:p>
        </p:txBody>
      </p:sp>
      <p:sp>
        <p:nvSpPr>
          <p:cNvPr id="447" name="Rounded Rectangle 26"/>
          <p:cNvSpPr/>
          <p:nvPr/>
        </p:nvSpPr>
        <p:spPr>
          <a:xfrm>
            <a:off x="4358640" y="2459736"/>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TextBox 27"/>
          <p:cNvSpPr txBox="1"/>
          <p:nvPr/>
        </p:nvSpPr>
        <p:spPr>
          <a:xfrm>
            <a:off x="4450080" y="2532888"/>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Fixed order, flexible wording</a:t>
            </a:r>
          </a:p>
        </p:txBody>
      </p:sp>
      <p:sp>
        <p:nvSpPr>
          <p:cNvPr id="449" name="Rounded Rectangle 28"/>
          <p:cNvSpPr/>
          <p:nvPr/>
        </p:nvSpPr>
        <p:spPr>
          <a:xfrm>
            <a:off x="4358640" y="3072384"/>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TextBox 29"/>
          <p:cNvSpPr txBox="1"/>
          <p:nvPr/>
        </p:nvSpPr>
        <p:spPr>
          <a:xfrm>
            <a:off x="4450080" y="3145536"/>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Deterministic checks in scripts/</a:t>
            </a:r>
          </a:p>
        </p:txBody>
      </p:sp>
      <p:sp>
        <p:nvSpPr>
          <p:cNvPr id="451" name="Rounded Rectangle 30"/>
          <p:cNvSpPr/>
          <p:nvPr/>
        </p:nvSpPr>
        <p:spPr>
          <a:xfrm>
            <a:off x="4358640" y="3685032"/>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TextBox 31"/>
          <p:cNvSpPr txBox="1"/>
          <p:nvPr/>
        </p:nvSpPr>
        <p:spPr>
          <a:xfrm>
            <a:off x="4450080" y="3758184"/>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Interpretation left to the model</a:t>
            </a:r>
          </a:p>
        </p:txBody>
      </p:sp>
      <p:sp>
        <p:nvSpPr>
          <p:cNvPr id="453" name="Rounded Rectangle 32"/>
          <p:cNvSpPr/>
          <p:nvPr/>
        </p:nvSpPr>
        <p:spPr>
          <a:xfrm>
            <a:off x="8077200" y="1280160"/>
            <a:ext cx="3627120" cy="5029200"/>
          </a:xfrm>
          <a:prstGeom prst="roundRect">
            <a:avLst>
              <a:gd name="adj" fmla="val 4000"/>
            </a:avLst>
          </a:prstGeom>
          <a:solidFill>
            <a:srgbClr val="F5F5F5"/>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Rounded Rectangle 33"/>
          <p:cNvSpPr/>
          <p:nvPr/>
        </p:nvSpPr>
        <p:spPr>
          <a:xfrm>
            <a:off x="8077200" y="1280160"/>
            <a:ext cx="3627120" cy="457200"/>
          </a:xfrm>
          <a:prstGeom prst="roundRect">
            <a:avLst>
              <a:gd name="adj" fmla="val 4000"/>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TextBox 34"/>
          <p:cNvSpPr txBox="1"/>
          <p:nvPr/>
        </p:nvSpPr>
        <p:spPr>
          <a:xfrm>
            <a:off x="8214360" y="1371600"/>
            <a:ext cx="3352800" cy="27432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High freedom</a:t>
            </a:r>
          </a:p>
        </p:txBody>
      </p:sp>
      <p:sp>
        <p:nvSpPr>
          <p:cNvPr id="456" name="Rounded Rectangle 35"/>
          <p:cNvSpPr/>
          <p:nvPr/>
        </p:nvSpPr>
        <p:spPr>
          <a:xfrm>
            <a:off x="11292840" y="1353312"/>
            <a:ext cx="320040" cy="27432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TextBox 36"/>
          <p:cNvSpPr txBox="1"/>
          <p:nvPr/>
        </p:nvSpPr>
        <p:spPr>
          <a:xfrm>
            <a:off x="11292840" y="1371600"/>
            <a:ext cx="320040" cy="228600"/>
          </a:xfrm>
          <a:prstGeom prst="rect">
            <a:avLst/>
          </a:prstGeom>
          <a:noFill/>
        </p:spPr>
        <p:txBody>
          <a:bodyPr wrap="square" tIns="0" bIns="0" lIns="45720" rIns="45720"/>
          <a:lstStyle/>
          <a:p>
            <a:pPr algn="ctr">
              <a:spcBef>
                <a:spcPts val="0"/>
              </a:spcBef>
              <a:spcAft>
                <a:spcPts val="0"/>
              </a:spcAft>
            </a:pPr>
            <a:r>
              <a:rPr sz="1000" b="1">
                <a:solidFill>
                  <a:srgbClr val="0626A9"/>
                </a:solidFill>
                <a:latin typeface="Inter"/>
              </a:rPr>
              <a:t>5</a:t>
            </a:r>
          </a:p>
        </p:txBody>
      </p:sp>
      <p:sp>
        <p:nvSpPr>
          <p:cNvPr id="458" name="Rounded Rectangle 37"/>
          <p:cNvSpPr/>
          <p:nvPr/>
        </p:nvSpPr>
        <p:spPr>
          <a:xfrm>
            <a:off x="8168640" y="1847088"/>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TextBox 38"/>
          <p:cNvSpPr txBox="1"/>
          <p:nvPr/>
        </p:nvSpPr>
        <p:spPr>
          <a:xfrm>
            <a:off x="8260080" y="1920240"/>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Concept and design work</a:t>
            </a:r>
          </a:p>
        </p:txBody>
      </p:sp>
      <p:sp>
        <p:nvSpPr>
          <p:cNvPr id="460" name="Rounded Rectangle 39"/>
          <p:cNvSpPr/>
          <p:nvPr/>
        </p:nvSpPr>
        <p:spPr>
          <a:xfrm>
            <a:off x="8168640" y="2459736"/>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TextBox 40"/>
          <p:cNvSpPr txBox="1"/>
          <p:nvPr/>
        </p:nvSpPr>
        <p:spPr>
          <a:xfrm>
            <a:off x="8260080" y="2532888"/>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Goals and constraints, not steps</a:t>
            </a:r>
          </a:p>
        </p:txBody>
      </p:sp>
      <p:sp>
        <p:nvSpPr>
          <p:cNvPr id="462" name="Rounded Rectangle 41"/>
          <p:cNvSpPr/>
          <p:nvPr/>
        </p:nvSpPr>
        <p:spPr>
          <a:xfrm>
            <a:off x="8168640" y="3072384"/>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TextBox 42"/>
          <p:cNvSpPr txBox="1"/>
          <p:nvPr/>
        </p:nvSpPr>
        <p:spPr>
          <a:xfrm>
            <a:off x="8260080" y="3145536"/>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Palette ranges, not hex values</a:t>
            </a:r>
          </a:p>
        </p:txBody>
      </p:sp>
      <p:sp>
        <p:nvSpPr>
          <p:cNvPr id="464" name="Rounded Rectangle 43"/>
          <p:cNvSpPr/>
          <p:nvPr/>
        </p:nvSpPr>
        <p:spPr>
          <a:xfrm>
            <a:off x="8168640" y="3685032"/>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TextBox 44"/>
          <p:cNvSpPr txBox="1"/>
          <p:nvPr/>
        </p:nvSpPr>
        <p:spPr>
          <a:xfrm>
            <a:off x="8260080" y="3758184"/>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Guardrails instead of scripts</a:t>
            </a:r>
          </a:p>
        </p:txBody>
      </p:sp>
      <p:sp>
        <p:nvSpPr>
          <p:cNvPr id="466" name="Rounded Rectangle 45"/>
          <p:cNvSpPr/>
          <p:nvPr/>
        </p:nvSpPr>
        <p:spPr>
          <a:xfrm>
            <a:off x="8168640" y="4297680"/>
            <a:ext cx="3444240" cy="502920"/>
          </a:xfrm>
          <a:prstGeom prst="roundRect">
            <a:avLst>
              <a:gd name="adj" fmla="val 4000"/>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TextBox 46"/>
          <p:cNvSpPr txBox="1"/>
          <p:nvPr/>
        </p:nvSpPr>
        <p:spPr>
          <a:xfrm>
            <a:off x="8260080" y="4370832"/>
            <a:ext cx="3261360" cy="356616"/>
          </a:xfrm>
          <a:prstGeom prst="rect">
            <a:avLst/>
          </a:prstGeom>
          <a:noFill/>
        </p:spPr>
        <p:txBody>
          <a:bodyPr wrap="square" tIns="0" bIns="0" lIns="45720" rIns="45720"/>
          <a:lstStyle/>
          <a:p>
            <a:pPr algn="l">
              <a:spcBef>
                <a:spcPts val="0"/>
              </a:spcBef>
              <a:spcAft>
                <a:spcPts val="0"/>
              </a:spcAft>
            </a:pPr>
            <a:r>
              <a:rPr sz="1000" b="0">
                <a:solidFill>
                  <a:srgbClr val="4D4D4D"/>
                </a:solidFill>
                <a:latin typeface="Inter"/>
              </a:rPr>
              <a:t>Many acceptable outputs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468" name=""/>
        <p:cNvGrpSpPr/>
        <p:nvPr/>
      </p:nvGrpSpPr>
      <p:grpSpPr/>
      <p:sp>
        <p:nvSpPr>
          <p:cNvPr id="469" name="Title 1"/>
          <p:cNvSpPr>
            <a:spLocks noGrp="1"/>
          </p:cNvSpPr>
          <p:nvPr>
            <p:ph type="title"/>
          </p:nvPr>
        </p:nvSpPr>
        <p:spPr/>
        <p:txBody>
          <a:bodyPr>
            <a:normAutofit/>
          </a:bodyPr>
          <a:lstStyle/>
          <a:p>
            <a:r>
              <a:rPr lang="en-US" dirty="0" sz="2000">
                <a:latin typeface="Inter"/>
              </a:rPr>
              <a:t>Filing a payload is really a token-budgeting decision</a:t>
            </a:r>
          </a:p>
        </p:txBody>
      </p:sp>
      <p:sp>
        <p:nvSpPr>
          <p:cNvPr id="470" name="Content Placeholder 2"/>
          <p:cNvSpPr>
            <a:spLocks noGrp="1"/>
          </p:cNvSpPr>
          <p:nvPr>
            <p:ph idx="13"/>
          </p:nvPr>
        </p:nvSpPr>
        <p:spPr/>
        <p:txBody>
          <a:bodyPr/>
          <a:lstStyle/>
          <a:p>
            <a:r>
              <a:rPr lang="en-US" dirty="0">
                <a:latin typeface="Inter"/>
                <a:solidFill>
                  <a:srgbClr val="4D4D4D"/>
                </a:solidFill>
              </a:rPr>
              <a:t>Authoring</a:t>
            </a:r>
          </a:p>
        </p:txBody>
      </p:sp>
      <p:sp>
        <p:nvSpPr>
          <p:cNvPr id="471"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472" name="Rounded Rectangle 4"/>
          <p:cNvSpPr/>
          <p:nvPr/>
        </p:nvSpPr>
        <p:spPr>
          <a:xfrm>
            <a:off x="2834640" y="1188720"/>
            <a:ext cx="2895600" cy="45720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TextBox 5"/>
          <p:cNvSpPr txBox="1"/>
          <p:nvPr/>
        </p:nvSpPr>
        <p:spPr>
          <a:xfrm>
            <a:off x="2834640" y="1261872"/>
            <a:ext cx="2895600" cy="310896"/>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Loading behaviour</a:t>
            </a:r>
          </a:p>
        </p:txBody>
      </p:sp>
      <p:sp>
        <p:nvSpPr>
          <p:cNvPr id="474" name="Rounded Rectangle 6"/>
          <p:cNvSpPr/>
          <p:nvPr/>
        </p:nvSpPr>
        <p:spPr>
          <a:xfrm>
            <a:off x="5821680" y="1188720"/>
            <a:ext cx="2895600" cy="45720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TextBox 7"/>
          <p:cNvSpPr txBox="1"/>
          <p:nvPr/>
        </p:nvSpPr>
        <p:spPr>
          <a:xfrm>
            <a:off x="5821680" y="1261872"/>
            <a:ext cx="2895600" cy="310896"/>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Context cost</a:t>
            </a:r>
          </a:p>
        </p:txBody>
      </p:sp>
      <p:sp>
        <p:nvSpPr>
          <p:cNvPr id="476" name="Rounded Rectangle 8"/>
          <p:cNvSpPr/>
          <p:nvPr/>
        </p:nvSpPr>
        <p:spPr>
          <a:xfrm>
            <a:off x="8808720" y="1188720"/>
            <a:ext cx="2895600" cy="45720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TextBox 9"/>
          <p:cNvSpPr txBox="1"/>
          <p:nvPr/>
        </p:nvSpPr>
        <p:spPr>
          <a:xfrm>
            <a:off x="8808720" y="1261872"/>
            <a:ext cx="2895600" cy="310896"/>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Best for</a:t>
            </a:r>
          </a:p>
        </p:txBody>
      </p:sp>
      <p:sp>
        <p:nvSpPr>
          <p:cNvPr id="478" name="TextBox 10"/>
          <p:cNvSpPr txBox="1"/>
          <p:nvPr/>
        </p:nvSpPr>
        <p:spPr>
          <a:xfrm>
            <a:off x="457200" y="1828800"/>
            <a:ext cx="2194560" cy="128016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scripts/</a:t>
            </a:r>
          </a:p>
        </p:txBody>
      </p:sp>
      <p:sp>
        <p:nvSpPr>
          <p:cNvPr id="479" name="Rounded Rectangle 11"/>
          <p:cNvSpPr/>
          <p:nvPr/>
        </p:nvSpPr>
        <p:spPr>
          <a:xfrm>
            <a:off x="2834640" y="1737360"/>
            <a:ext cx="2895600" cy="1463040"/>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12"/>
          <p:cNvSpPr/>
          <p:nvPr/>
        </p:nvSpPr>
        <p:spPr>
          <a:xfrm>
            <a:off x="2971800" y="1874520"/>
            <a:ext cx="137160" cy="13716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TextBox 13"/>
          <p:cNvSpPr txBox="1"/>
          <p:nvPr/>
        </p:nvSpPr>
        <p:spPr>
          <a:xfrm>
            <a:off x="3200400" y="182880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Executed</a:t>
            </a:r>
          </a:p>
        </p:txBody>
      </p:sp>
      <p:sp>
        <p:nvSpPr>
          <p:cNvPr id="482" name="Rounded Rectangle 14"/>
          <p:cNvSpPr/>
          <p:nvPr/>
        </p:nvSpPr>
        <p:spPr>
          <a:xfrm>
            <a:off x="5821680" y="1737360"/>
            <a:ext cx="2895600" cy="1463040"/>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15"/>
          <p:cNvSpPr/>
          <p:nvPr/>
        </p:nvSpPr>
        <p:spPr>
          <a:xfrm>
            <a:off x="5958840" y="1874520"/>
            <a:ext cx="137160" cy="13716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TextBox 16"/>
          <p:cNvSpPr txBox="1"/>
          <p:nvPr/>
        </p:nvSpPr>
        <p:spPr>
          <a:xfrm>
            <a:off x="6187440" y="182880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Output only</a:t>
            </a:r>
          </a:p>
        </p:txBody>
      </p:sp>
      <p:sp>
        <p:nvSpPr>
          <p:cNvPr id="485" name="Rounded Rectangle 17"/>
          <p:cNvSpPr/>
          <p:nvPr/>
        </p:nvSpPr>
        <p:spPr>
          <a:xfrm>
            <a:off x="8808720" y="1737360"/>
            <a:ext cx="2895600" cy="1463040"/>
          </a:xfrm>
          <a:prstGeom prst="roundRect">
            <a:avLst>
              <a:gd name="adj" fmla="val 4000"/>
            </a:avLst>
          </a:prstGeom>
          <a:solidFill>
            <a:srgbClr val="E8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18"/>
          <p:cNvSpPr/>
          <p:nvPr/>
        </p:nvSpPr>
        <p:spPr>
          <a:xfrm>
            <a:off x="8945880" y="1874520"/>
            <a:ext cx="137160" cy="13716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TextBox 19"/>
          <p:cNvSpPr txBox="1"/>
          <p:nvPr/>
        </p:nvSpPr>
        <p:spPr>
          <a:xfrm>
            <a:off x="9174480" y="182880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Deterministic checks and file mechanics</a:t>
            </a:r>
          </a:p>
        </p:txBody>
      </p:sp>
      <p:sp>
        <p:nvSpPr>
          <p:cNvPr id="488" name="TextBox 20"/>
          <p:cNvSpPr txBox="1"/>
          <p:nvPr/>
        </p:nvSpPr>
        <p:spPr>
          <a:xfrm>
            <a:off x="457200" y="3383280"/>
            <a:ext cx="2194560" cy="128016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references/</a:t>
            </a:r>
          </a:p>
        </p:txBody>
      </p:sp>
      <p:sp>
        <p:nvSpPr>
          <p:cNvPr id="489" name="Rounded Rectangle 21"/>
          <p:cNvSpPr/>
          <p:nvPr/>
        </p:nvSpPr>
        <p:spPr>
          <a:xfrm>
            <a:off x="2834640" y="3291840"/>
            <a:ext cx="2895600" cy="1463040"/>
          </a:xfrm>
          <a:prstGeom prst="roundRect">
            <a:avLst>
              <a:gd name="adj" fmla="val 4000"/>
            </a:avLst>
          </a:prstGeom>
          <a:solidFill>
            <a:srgbClr val="FE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22"/>
          <p:cNvSpPr/>
          <p:nvPr/>
        </p:nvSpPr>
        <p:spPr>
          <a:xfrm>
            <a:off x="2971800" y="3429000"/>
            <a:ext cx="137160" cy="137160"/>
          </a:xfrm>
          <a:prstGeom prst="ellipse">
            <a:avLst/>
          </a:prstGeom>
          <a:solidFill>
            <a:srgbClr val="DB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TextBox 23"/>
          <p:cNvSpPr txBox="1"/>
          <p:nvPr/>
        </p:nvSpPr>
        <p:spPr>
          <a:xfrm>
            <a:off x="3200400" y="338328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Read on demand</a:t>
            </a:r>
          </a:p>
        </p:txBody>
      </p:sp>
      <p:sp>
        <p:nvSpPr>
          <p:cNvPr id="492" name="Rounded Rectangle 24"/>
          <p:cNvSpPr/>
          <p:nvPr/>
        </p:nvSpPr>
        <p:spPr>
          <a:xfrm>
            <a:off x="5821680" y="3291840"/>
            <a:ext cx="2895600" cy="1463040"/>
          </a:xfrm>
          <a:prstGeom prst="roundRect">
            <a:avLst>
              <a:gd name="adj" fmla="val 4000"/>
            </a:avLst>
          </a:prstGeom>
          <a:solidFill>
            <a:srgbClr val="FE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25"/>
          <p:cNvSpPr/>
          <p:nvPr/>
        </p:nvSpPr>
        <p:spPr>
          <a:xfrm>
            <a:off x="5958840" y="3429000"/>
            <a:ext cx="137160" cy="137160"/>
          </a:xfrm>
          <a:prstGeom prst="ellipse">
            <a:avLst/>
          </a:prstGeom>
          <a:solidFill>
            <a:srgbClr val="DB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Box 26"/>
          <p:cNvSpPr txBox="1"/>
          <p:nvPr/>
        </p:nvSpPr>
        <p:spPr>
          <a:xfrm>
            <a:off x="6187440" y="338328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Full length at read time</a:t>
            </a:r>
          </a:p>
        </p:txBody>
      </p:sp>
      <p:sp>
        <p:nvSpPr>
          <p:cNvPr id="495" name="Rounded Rectangle 27"/>
          <p:cNvSpPr/>
          <p:nvPr/>
        </p:nvSpPr>
        <p:spPr>
          <a:xfrm>
            <a:off x="8808720" y="3291840"/>
            <a:ext cx="2895600" cy="1463040"/>
          </a:xfrm>
          <a:prstGeom prst="roundRect">
            <a:avLst>
              <a:gd name="adj" fmla="val 4000"/>
            </a:avLst>
          </a:prstGeom>
          <a:solidFill>
            <a:srgbClr val="E8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28"/>
          <p:cNvSpPr/>
          <p:nvPr/>
        </p:nvSpPr>
        <p:spPr>
          <a:xfrm>
            <a:off x="8945880" y="3429000"/>
            <a:ext cx="137160" cy="13716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TextBox 29"/>
          <p:cNvSpPr txBox="1"/>
          <p:nvPr/>
        </p:nvSpPr>
        <p:spPr>
          <a:xfrm>
            <a:off x="9174480" y="338328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Conditional and bulky material</a:t>
            </a:r>
          </a:p>
        </p:txBody>
      </p:sp>
      <p:sp>
        <p:nvSpPr>
          <p:cNvPr id="498" name="TextBox 30"/>
          <p:cNvSpPr txBox="1"/>
          <p:nvPr/>
        </p:nvSpPr>
        <p:spPr>
          <a:xfrm>
            <a:off x="457200" y="4937760"/>
            <a:ext cx="2194560" cy="1280160"/>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assets/</a:t>
            </a:r>
          </a:p>
        </p:txBody>
      </p:sp>
      <p:sp>
        <p:nvSpPr>
          <p:cNvPr id="499" name="Rounded Rectangle 31"/>
          <p:cNvSpPr/>
          <p:nvPr/>
        </p:nvSpPr>
        <p:spPr>
          <a:xfrm>
            <a:off x="2834640" y="4846320"/>
            <a:ext cx="2895600" cy="1463040"/>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32"/>
          <p:cNvSpPr/>
          <p:nvPr/>
        </p:nvSpPr>
        <p:spPr>
          <a:xfrm>
            <a:off x="2971800" y="4983480"/>
            <a:ext cx="137160" cy="13716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TextBox 33"/>
          <p:cNvSpPr txBox="1"/>
          <p:nvPr/>
        </p:nvSpPr>
        <p:spPr>
          <a:xfrm>
            <a:off x="3200400" y="493776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Consumed by code</a:t>
            </a:r>
          </a:p>
        </p:txBody>
      </p:sp>
      <p:sp>
        <p:nvSpPr>
          <p:cNvPr id="502" name="Rounded Rectangle 34"/>
          <p:cNvSpPr/>
          <p:nvPr/>
        </p:nvSpPr>
        <p:spPr>
          <a:xfrm>
            <a:off x="5821680" y="4846320"/>
            <a:ext cx="2895600" cy="1463040"/>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35"/>
          <p:cNvSpPr/>
          <p:nvPr/>
        </p:nvSpPr>
        <p:spPr>
          <a:xfrm>
            <a:off x="5958840" y="4983480"/>
            <a:ext cx="137160" cy="13716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TextBox 36"/>
          <p:cNvSpPr txBox="1"/>
          <p:nvPr/>
        </p:nvSpPr>
        <p:spPr>
          <a:xfrm>
            <a:off x="6187440" y="493776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Often nothing</a:t>
            </a:r>
          </a:p>
        </p:txBody>
      </p:sp>
      <p:sp>
        <p:nvSpPr>
          <p:cNvPr id="505" name="Rounded Rectangle 37"/>
          <p:cNvSpPr/>
          <p:nvPr/>
        </p:nvSpPr>
        <p:spPr>
          <a:xfrm>
            <a:off x="8808720" y="4846320"/>
            <a:ext cx="2895600" cy="1463040"/>
          </a:xfrm>
          <a:prstGeom prst="roundRect">
            <a:avLst>
              <a:gd name="adj" fmla="val 4000"/>
            </a:avLst>
          </a:prstGeom>
          <a:solidFill>
            <a:srgbClr val="E8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38"/>
          <p:cNvSpPr/>
          <p:nvPr/>
        </p:nvSpPr>
        <p:spPr>
          <a:xfrm>
            <a:off x="8945880" y="4983480"/>
            <a:ext cx="137160" cy="13716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TextBox 39"/>
          <p:cNvSpPr txBox="1"/>
          <p:nvPr/>
        </p:nvSpPr>
        <p:spPr>
          <a:xfrm>
            <a:off x="9174480" y="4937760"/>
            <a:ext cx="2438400" cy="128016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Templates, schemas, brand files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508" name=""/>
        <p:cNvGrpSpPr/>
        <p:nvPr/>
      </p:nvGrpSpPr>
      <p:grpSpPr/>
      <p:sp>
        <p:nvSpPr>
          <p:cNvPr id="509" name="Title 1"/>
          <p:cNvSpPr>
            <a:spLocks noGrp="1"/>
          </p:cNvSpPr>
          <p:nvPr>
            <p:ph type="title"/>
          </p:nvPr>
        </p:nvSpPr>
        <p:spPr/>
        <p:txBody>
          <a:bodyPr>
            <a:normAutofit/>
          </a:bodyPr>
          <a:lstStyle/>
          <a:p>
            <a:r>
              <a:rPr lang="en-US" dirty="0" sz="2000">
                <a:latin typeface="Inter"/>
              </a:rPr>
              <a:t>The most transplantable architecture in the course</a:t>
            </a:r>
          </a:p>
        </p:txBody>
      </p:sp>
      <p:sp>
        <p:nvSpPr>
          <p:cNvPr id="510" name="Content Placeholder 2"/>
          <p:cNvSpPr>
            <a:spLocks noGrp="1"/>
          </p:cNvSpPr>
          <p:nvPr>
            <p:ph idx="13"/>
          </p:nvPr>
        </p:nvSpPr>
        <p:spPr/>
        <p:txBody>
          <a:bodyPr/>
          <a:lstStyle/>
          <a:p>
            <a:r>
              <a:rPr lang="en-US" dirty="0">
                <a:latin typeface="Inter"/>
                <a:solidFill>
                  <a:srgbClr val="4D4D4D"/>
                </a:solidFill>
              </a:rPr>
              <a:t>Authoring</a:t>
            </a:r>
          </a:p>
        </p:txBody>
      </p:sp>
      <p:sp>
        <p:nvSpPr>
          <p:cNvPr id="511"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512" name="Rounded Rectangle 4"/>
          <p:cNvSpPr/>
          <p:nvPr/>
        </p:nvSpPr>
        <p:spPr>
          <a:xfrm>
            <a:off x="502920" y="1325880"/>
            <a:ext cx="3627120" cy="25603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Rounded Rectangle 5"/>
          <p:cNvSpPr/>
          <p:nvPr/>
        </p:nvSpPr>
        <p:spPr>
          <a:xfrm>
            <a:off x="457200" y="1280160"/>
            <a:ext cx="3627120" cy="2560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6"/>
          <p:cNvSpPr txBox="1"/>
          <p:nvPr/>
        </p:nvSpPr>
        <p:spPr>
          <a:xfrm>
            <a:off x="640080" y="1463040"/>
            <a:ext cx="3261360" cy="32004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scripts/ for determinism</a:t>
            </a:r>
          </a:p>
        </p:txBody>
      </p:sp>
      <p:sp>
        <p:nvSpPr>
          <p:cNvPr id="515" name="TextBox 7"/>
          <p:cNvSpPr txBox="1"/>
          <p:nvPr/>
        </p:nvSpPr>
        <p:spPr>
          <a:xfrm>
            <a:off x="640080" y="1828800"/>
            <a:ext cx="3261360" cy="182880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The statistical work lives in Python, so identical input yields identical numbers and only stdout costs tokens.</a:t>
            </a:r>
          </a:p>
        </p:txBody>
      </p:sp>
      <p:sp>
        <p:nvSpPr>
          <p:cNvPr id="516" name="Rounded Rectangle 8"/>
          <p:cNvSpPr/>
          <p:nvPr/>
        </p:nvSpPr>
        <p:spPr>
          <a:xfrm>
            <a:off x="4312920" y="1325880"/>
            <a:ext cx="3627120" cy="25603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Rounded Rectangle 9"/>
          <p:cNvSpPr/>
          <p:nvPr/>
        </p:nvSpPr>
        <p:spPr>
          <a:xfrm>
            <a:off x="4267200" y="1280160"/>
            <a:ext cx="3627120" cy="2560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TextBox 10"/>
          <p:cNvSpPr txBox="1"/>
          <p:nvPr/>
        </p:nvSpPr>
        <p:spPr>
          <a:xfrm>
            <a:off x="4450080" y="1463040"/>
            <a:ext cx="3261360" cy="320040"/>
          </a:xfrm>
          <a:prstGeom prst="rect">
            <a:avLst/>
          </a:prstGeom>
          <a:noFill/>
        </p:spPr>
        <p:txBody>
          <a:bodyPr wrap="square" tIns="0" bIns="0" lIns="45720" rIns="45720"/>
          <a:lstStyle/>
          <a:p>
            <a:pPr algn="l">
              <a:spcBef>
                <a:spcPts val="0"/>
              </a:spcBef>
              <a:spcAft>
                <a:spcPts val="0"/>
              </a:spcAft>
            </a:pPr>
            <a:r>
              <a:rPr sz="1200" b="1">
                <a:solidFill>
                  <a:srgbClr val="00A798"/>
                </a:solidFill>
                <a:latin typeface="Inter"/>
              </a:rPr>
              <a:t>references/ for interpretation</a:t>
            </a:r>
          </a:p>
        </p:txBody>
      </p:sp>
      <p:sp>
        <p:nvSpPr>
          <p:cNvPr id="519" name="TextBox 11"/>
          <p:cNvSpPr txBox="1"/>
          <p:nvPr/>
        </p:nvSpPr>
        <p:spPr>
          <a:xfrm>
            <a:off x="4450080" y="1828800"/>
            <a:ext cx="3261360" cy="182880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How to read a stationarity or autocorrelation result, opened only when the agent must explain a number.</a:t>
            </a:r>
          </a:p>
        </p:txBody>
      </p:sp>
      <p:sp>
        <p:nvSpPr>
          <p:cNvPr id="520" name="Rounded Rectangle 12"/>
          <p:cNvSpPr/>
          <p:nvPr/>
        </p:nvSpPr>
        <p:spPr>
          <a:xfrm>
            <a:off x="8122920" y="1325880"/>
            <a:ext cx="3627120" cy="256032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Rounded Rectangle 13"/>
          <p:cNvSpPr/>
          <p:nvPr/>
        </p:nvSpPr>
        <p:spPr>
          <a:xfrm>
            <a:off x="8077200" y="1280160"/>
            <a:ext cx="3627120" cy="2560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TextBox 14"/>
          <p:cNvSpPr txBox="1"/>
          <p:nvPr/>
        </p:nvSpPr>
        <p:spPr>
          <a:xfrm>
            <a:off x="8260080" y="1463040"/>
            <a:ext cx="3261360" cy="320040"/>
          </a:xfrm>
          <a:prstGeom prst="rect">
            <a:avLst/>
          </a:prstGeom>
          <a:noFill/>
        </p:spPr>
        <p:txBody>
          <a:bodyPr wrap="square" tIns="0" bIns="0" lIns="45720" rIns="45720"/>
          <a:lstStyle/>
          <a:p>
            <a:pPr algn="l">
              <a:spcBef>
                <a:spcPts val="0"/>
              </a:spcBef>
              <a:spcAft>
                <a:spcPts val="0"/>
              </a:spcAft>
            </a:pPr>
            <a:r>
              <a:rPr sz="1200" b="1">
                <a:solidFill>
                  <a:srgbClr val="0626A9"/>
                </a:solidFill>
                <a:latin typeface="Inter"/>
              </a:rPr>
              <a:t>assets/ for contracts</a:t>
            </a:r>
          </a:p>
        </p:txBody>
      </p:sp>
      <p:sp>
        <p:nvSpPr>
          <p:cNvPr id="523" name="TextBox 15"/>
          <p:cNvSpPr txBox="1"/>
          <p:nvPr/>
        </p:nvSpPr>
        <p:spPr>
          <a:xfrm>
            <a:off x="8260080" y="1828800"/>
            <a:ext cx="3261360" cy="182880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Output templates and schemas, one per format, so the unused one never loads.</a:t>
            </a:r>
          </a:p>
        </p:txBody>
      </p:sp>
      <p:sp>
        <p:nvSpPr>
          <p:cNvPr id="524" name="Rounded Rectangle 16"/>
          <p:cNvSpPr/>
          <p:nvPr/>
        </p:nvSpPr>
        <p:spPr>
          <a:xfrm>
            <a:off x="457200" y="4114800"/>
            <a:ext cx="11247120" cy="91440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17"/>
          <p:cNvSpPr txBox="1"/>
          <p:nvPr/>
        </p:nvSpPr>
        <p:spPr>
          <a:xfrm>
            <a:off x="731520" y="4251960"/>
            <a:ext cx="10698480" cy="274320"/>
          </a:xfrm>
          <a:prstGeom prst="rect">
            <a:avLst/>
          </a:prstGeom>
          <a:noFill/>
        </p:spPr>
        <p:txBody>
          <a:bodyPr wrap="square" tIns="0" bIns="0" lIns="45720" rIns="45720"/>
          <a:lstStyle/>
          <a:p>
            <a:pPr algn="l">
              <a:spcBef>
                <a:spcPts val="0"/>
              </a:spcBef>
              <a:spcAft>
                <a:spcPts val="0"/>
              </a:spcAft>
            </a:pPr>
            <a:r>
              <a:rPr sz="1400" b="1">
                <a:solidFill>
                  <a:srgbClr val="FFFFFF"/>
                </a:solidFill>
                <a:latin typeface="Inter"/>
              </a:rPr>
              <a:t>SKILL.md sequences them — and does nothing else</a:t>
            </a:r>
          </a:p>
        </p:txBody>
      </p:sp>
      <p:sp>
        <p:nvSpPr>
          <p:cNvPr id="526" name="TextBox 18"/>
          <p:cNvSpPr txBox="1"/>
          <p:nvPr/>
        </p:nvSpPr>
        <p:spPr>
          <a:xfrm>
            <a:off x="731520" y="4572000"/>
            <a:ext cx="10698480" cy="365760"/>
          </a:xfrm>
          <a:prstGeom prst="rect">
            <a:avLst/>
          </a:prstGeom>
          <a:noFill/>
        </p:spPr>
        <p:txBody>
          <a:bodyPr wrap="square" tIns="0" bIns="0" lIns="45720" rIns="45720"/>
          <a:lstStyle/>
          <a:p>
            <a:pPr algn="l">
              <a:spcBef>
                <a:spcPts val="0"/>
              </a:spcBef>
              <a:spcAft>
                <a:spcPts val="0"/>
              </a:spcAft>
            </a:pPr>
            <a:r>
              <a:rPr sz="1200" b="0">
                <a:solidFill>
                  <a:srgbClr val="FFFFFF"/>
                </a:solidFill>
                <a:latin typeface="Inter"/>
              </a:rPr>
              <a:t>Which script, in what order, what may be skipped and why, and the exact output tree the run must produce.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527" name=""/>
        <p:cNvGrpSpPr/>
        <p:nvPr/>
      </p:nvGrpSpPr>
      <p:grpSpPr/>
      <p:sp>
        <p:nvSpPr>
          <p:cNvPr id="528" name="Title 1"/>
          <p:cNvSpPr>
            <a:spLocks noGrp="1"/>
          </p:cNvSpPr>
          <p:nvPr>
            <p:ph type="ctrTitle"/>
          </p:nvPr>
        </p:nvSpPr>
        <p:spPr>
          <a:xfrm>
            <a:off x="0" y="0"/>
            <a:ext cx="0" cy="0"/>
          </a:xfrm>
        </p:spPr>
        <p:txBody>
          <a:bodyPr/>
          <a:lstStyle/>
          <a:p>
            <a:r>
              <a:rPr lang="en-US" sz="100" dirty="0"/>
              <a:t> </a:t>
            </a:r>
          </a:p>
        </p:txBody>
      </p:sp>
      <p:sp>
        <p:nvSpPr>
          <p:cNvPr id="529" name="Subtitle 2"/>
          <p:cNvSpPr>
            <a:spLocks noGrp="1"/>
          </p:cNvSpPr>
          <p:nvPr>
            <p:ph type="subTitle" idx="1"/>
          </p:nvPr>
        </p:nvSpPr>
        <p:spPr>
          <a:xfrm>
            <a:off x="0" y="0"/>
            <a:ext cx="0" cy="0"/>
          </a:xfrm>
        </p:spPr>
        <p:txBody>
          <a:bodyPr/>
          <a:lstStyle/>
          <a:p>
            <a:r>
              <a:rPr lang="en-US" sz="100" dirty="0"/>
              <a:t> </a:t>
            </a:r>
          </a:p>
        </p:txBody>
      </p:sp>
      <p:sp>
        <p:nvSpPr>
          <p:cNvPr id="530" name="Text Placeholder 3"/>
          <p:cNvSpPr>
            <a:spLocks noGrp="1"/>
          </p:cNvSpPr>
          <p:nvPr>
            <p:ph type="body" idx="10" sz="quarter"/>
          </p:nvPr>
        </p:nvSpPr>
        <p:spPr/>
        <p:txBody>
          <a:bodyPr/>
          <a:lstStyle/>
          <a:p>
            <a:r>
              <a:rPr lang="en-US" dirty="0">
                <a:latin typeface="Inter"/>
              </a:rPr>
              <a:t>Section 06</a:t>
            </a:r>
          </a:p>
        </p:txBody>
      </p:sp>
      <p:sp>
        <p:nvSpPr>
          <p:cNvPr id="531"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Four harnesses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532" name=""/>
        <p:cNvGrpSpPr/>
        <p:nvPr/>
      </p:nvGrpSpPr>
      <p:grpSpPr/>
      <p:sp>
        <p:nvSpPr>
          <p:cNvPr id="533" name="Title 1"/>
          <p:cNvSpPr>
            <a:spLocks noGrp="1"/>
          </p:cNvSpPr>
          <p:nvPr>
            <p:ph type="title"/>
          </p:nvPr>
        </p:nvSpPr>
        <p:spPr/>
        <p:txBody>
          <a:bodyPr>
            <a:normAutofit/>
          </a:bodyPr>
          <a:lstStyle/>
          <a:p>
            <a:r>
              <a:rPr lang="en-US" dirty="0" sz="2000">
                <a:latin typeface="Inter"/>
              </a:rPr>
              <a:t>On the API, a skills request has five moving parts</a:t>
            </a:r>
          </a:p>
        </p:txBody>
      </p:sp>
      <p:sp>
        <p:nvSpPr>
          <p:cNvPr id="534" name="Content Placeholder 2"/>
          <p:cNvSpPr>
            <a:spLocks noGrp="1"/>
          </p:cNvSpPr>
          <p:nvPr>
            <p:ph idx="13"/>
          </p:nvPr>
        </p:nvSpPr>
        <p:spPr/>
        <p:txBody>
          <a:bodyPr/>
          <a:lstStyle/>
          <a:p>
            <a:r>
              <a:rPr lang="en-US" dirty="0">
                <a:latin typeface="Inter"/>
                <a:solidFill>
                  <a:srgbClr val="4D4D4D"/>
                </a:solidFill>
              </a:rPr>
              <a:t>Four harnesses</a:t>
            </a:r>
          </a:p>
        </p:txBody>
      </p:sp>
      <p:sp>
        <p:nvSpPr>
          <p:cNvPr id="535"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Anthropic platform documentation, reviewed September 2026</a:t>
            </a:r>
          </a:p>
        </p:txBody>
      </p:sp>
      <p:sp>
        <p:nvSpPr>
          <p:cNvPr id="536" name="Rectangle 4"/>
          <p:cNvSpPr/>
          <p:nvPr/>
        </p:nvSpPr>
        <p:spPr>
          <a:xfrm>
            <a:off x="457200" y="2527300"/>
            <a:ext cx="11247120"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
          <p:cNvSpPr/>
          <p:nvPr/>
        </p:nvSpPr>
        <p:spPr>
          <a:xfrm>
            <a:off x="1220724" y="2176272"/>
            <a:ext cx="722376" cy="722376"/>
          </a:xfrm>
          <a:prstGeom prst="ellipse">
            <a:avLst/>
          </a:prstGeom>
          <a:solidFill>
            <a:srgbClr val="E8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6"/>
          <p:cNvSpPr/>
          <p:nvPr/>
        </p:nvSpPr>
        <p:spPr>
          <a:xfrm>
            <a:off x="1284732" y="2240280"/>
            <a:ext cx="594360" cy="59436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TextBox 7"/>
          <p:cNvSpPr txBox="1"/>
          <p:nvPr/>
        </p:nvSpPr>
        <p:spPr>
          <a:xfrm>
            <a:off x="1284732" y="2368296"/>
            <a:ext cx="594360" cy="347472"/>
          </a:xfrm>
          <a:prstGeom prst="rect">
            <a:avLst/>
          </a:prstGeom>
          <a:noFill/>
        </p:spPr>
        <p:txBody>
          <a:bodyPr wrap="square" tIns="0" bIns="0" lIns="45720" rIns="45720"/>
          <a:lstStyle/>
          <a:p>
            <a:pPr algn="ctr">
              <a:spcBef>
                <a:spcPts val="0"/>
              </a:spcBef>
              <a:spcAft>
                <a:spcPts val="0"/>
              </a:spcAft>
            </a:pPr>
            <a:r>
              <a:rPr sz="1800" b="1">
                <a:solidFill>
                  <a:srgbClr val="FFFFFF"/>
                </a:solidFill>
                <a:latin typeface="Inter"/>
              </a:rPr>
              <a:t>1</a:t>
            </a:r>
          </a:p>
        </p:txBody>
      </p:sp>
      <p:sp>
        <p:nvSpPr>
          <p:cNvPr id="540" name="TextBox 8"/>
          <p:cNvSpPr txBox="1"/>
          <p:nvPr/>
        </p:nvSpPr>
        <p:spPr>
          <a:xfrm>
            <a:off x="937260" y="3035808"/>
            <a:ext cx="1289304" cy="329184"/>
          </a:xfrm>
          <a:prstGeom prst="rect">
            <a:avLst/>
          </a:prstGeom>
          <a:noFill/>
        </p:spPr>
        <p:txBody>
          <a:bodyPr wrap="square" tIns="0" bIns="0" lIns="45720" rIns="45720"/>
          <a:lstStyle/>
          <a:p>
            <a:pPr algn="ctr">
              <a:spcBef>
                <a:spcPts val="0"/>
              </a:spcBef>
              <a:spcAft>
                <a:spcPts val="0"/>
              </a:spcAft>
            </a:pPr>
            <a:r>
              <a:rPr sz="1300" b="1">
                <a:solidFill>
                  <a:srgbClr val="1A3FD6"/>
                </a:solidFill>
                <a:latin typeface="Inter"/>
              </a:rPr>
              <a:t>Model</a:t>
            </a:r>
          </a:p>
        </p:txBody>
      </p:sp>
      <p:sp>
        <p:nvSpPr>
          <p:cNvPr id="541" name="TextBox 9"/>
          <p:cNvSpPr txBox="1"/>
          <p:nvPr/>
        </p:nvSpPr>
        <p:spPr>
          <a:xfrm>
            <a:off x="900684" y="3419856"/>
            <a:ext cx="1362456" cy="13716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Any current model. Skills are not a model feature.</a:t>
            </a:r>
          </a:p>
        </p:txBody>
      </p:sp>
      <p:sp>
        <p:nvSpPr>
          <p:cNvPr id="542" name="Oval 10"/>
          <p:cNvSpPr/>
          <p:nvPr/>
        </p:nvSpPr>
        <p:spPr>
          <a:xfrm>
            <a:off x="3470148" y="2176272"/>
            <a:ext cx="722376" cy="722376"/>
          </a:xfrm>
          <a:prstGeom prst="ellipse">
            <a:avLst/>
          </a:prstGeom>
          <a:solidFill>
            <a:srgbClr val="E0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11"/>
          <p:cNvSpPr/>
          <p:nvPr/>
        </p:nvSpPr>
        <p:spPr>
          <a:xfrm>
            <a:off x="3534156" y="2240280"/>
            <a:ext cx="594360" cy="594360"/>
          </a:xfrm>
          <a:prstGeom prst="ellipse">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TextBox 12"/>
          <p:cNvSpPr txBox="1"/>
          <p:nvPr/>
        </p:nvSpPr>
        <p:spPr>
          <a:xfrm>
            <a:off x="3534156" y="2368296"/>
            <a:ext cx="594360" cy="347472"/>
          </a:xfrm>
          <a:prstGeom prst="rect">
            <a:avLst/>
          </a:prstGeom>
          <a:noFill/>
        </p:spPr>
        <p:txBody>
          <a:bodyPr wrap="square" tIns="0" bIns="0" lIns="45720" rIns="45720"/>
          <a:lstStyle/>
          <a:p>
            <a:pPr algn="ctr">
              <a:spcBef>
                <a:spcPts val="0"/>
              </a:spcBef>
              <a:spcAft>
                <a:spcPts val="0"/>
              </a:spcAft>
            </a:pPr>
            <a:r>
              <a:rPr sz="1800" b="1">
                <a:solidFill>
                  <a:srgbClr val="FFFFFF"/>
                </a:solidFill>
                <a:latin typeface="Inter"/>
              </a:rPr>
              <a:t>2</a:t>
            </a:r>
          </a:p>
        </p:txBody>
      </p:sp>
      <p:sp>
        <p:nvSpPr>
          <p:cNvPr id="545" name="TextBox 13"/>
          <p:cNvSpPr txBox="1"/>
          <p:nvPr/>
        </p:nvSpPr>
        <p:spPr>
          <a:xfrm>
            <a:off x="3186684" y="3035808"/>
            <a:ext cx="1289304" cy="329184"/>
          </a:xfrm>
          <a:prstGeom prst="rect">
            <a:avLst/>
          </a:prstGeom>
          <a:noFill/>
        </p:spPr>
        <p:txBody>
          <a:bodyPr wrap="square" tIns="0" bIns="0" lIns="45720" rIns="45720"/>
          <a:lstStyle/>
          <a:p>
            <a:pPr algn="ctr">
              <a:spcBef>
                <a:spcPts val="0"/>
              </a:spcBef>
              <a:spcAft>
                <a:spcPts val="0"/>
              </a:spcAft>
            </a:pPr>
            <a:r>
              <a:rPr sz="1300" b="1">
                <a:solidFill>
                  <a:srgbClr val="00A798"/>
                </a:solidFill>
                <a:latin typeface="Inter"/>
              </a:rPr>
              <a:t>Betas</a:t>
            </a:r>
          </a:p>
        </p:txBody>
      </p:sp>
      <p:sp>
        <p:nvSpPr>
          <p:cNvPr id="546" name="TextBox 14"/>
          <p:cNvSpPr txBox="1"/>
          <p:nvPr/>
        </p:nvSpPr>
        <p:spPr>
          <a:xfrm>
            <a:off x="3150108" y="3419856"/>
            <a:ext cx="1362456" cy="13716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Skills, code execution, files. The skills header is optional post-GA.</a:t>
            </a:r>
          </a:p>
        </p:txBody>
      </p:sp>
      <p:sp>
        <p:nvSpPr>
          <p:cNvPr id="547" name="Oval 15"/>
          <p:cNvSpPr/>
          <p:nvPr/>
        </p:nvSpPr>
        <p:spPr>
          <a:xfrm>
            <a:off x="5719572" y="2176272"/>
            <a:ext cx="722376" cy="722376"/>
          </a:xfrm>
          <a:prstGeom prst="ellipse">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16"/>
          <p:cNvSpPr/>
          <p:nvPr/>
        </p:nvSpPr>
        <p:spPr>
          <a:xfrm>
            <a:off x="5783580" y="2240280"/>
            <a:ext cx="594360" cy="594360"/>
          </a:xfrm>
          <a:prstGeom prst="ellipse">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17"/>
          <p:cNvSpPr txBox="1"/>
          <p:nvPr/>
        </p:nvSpPr>
        <p:spPr>
          <a:xfrm>
            <a:off x="5783580" y="2368296"/>
            <a:ext cx="594360" cy="347472"/>
          </a:xfrm>
          <a:prstGeom prst="rect">
            <a:avLst/>
          </a:prstGeom>
          <a:noFill/>
        </p:spPr>
        <p:txBody>
          <a:bodyPr wrap="square" tIns="0" bIns="0" lIns="45720" rIns="45720"/>
          <a:lstStyle/>
          <a:p>
            <a:pPr algn="ctr">
              <a:spcBef>
                <a:spcPts val="0"/>
              </a:spcBef>
              <a:spcAft>
                <a:spcPts val="0"/>
              </a:spcAft>
            </a:pPr>
            <a:r>
              <a:rPr sz="1800" b="1">
                <a:solidFill>
                  <a:srgbClr val="FFFFFF"/>
                </a:solidFill>
                <a:latin typeface="Inter"/>
              </a:rPr>
              <a:t>3</a:t>
            </a:r>
          </a:p>
        </p:txBody>
      </p:sp>
      <p:sp>
        <p:nvSpPr>
          <p:cNvPr id="550" name="TextBox 18"/>
          <p:cNvSpPr txBox="1"/>
          <p:nvPr/>
        </p:nvSpPr>
        <p:spPr>
          <a:xfrm>
            <a:off x="5436108" y="3035808"/>
            <a:ext cx="1289304" cy="329184"/>
          </a:xfrm>
          <a:prstGeom prst="rect">
            <a:avLst/>
          </a:prstGeom>
          <a:noFill/>
        </p:spPr>
        <p:txBody>
          <a:bodyPr wrap="square" tIns="0" bIns="0" lIns="45720" rIns="45720"/>
          <a:lstStyle/>
          <a:p>
            <a:pPr algn="ctr">
              <a:spcBef>
                <a:spcPts val="0"/>
              </a:spcBef>
              <a:spcAft>
                <a:spcPts val="0"/>
              </a:spcAft>
            </a:pPr>
            <a:r>
              <a:rPr sz="1300" b="1">
                <a:solidFill>
                  <a:srgbClr val="0626A9"/>
                </a:solidFill>
                <a:latin typeface="Inter"/>
              </a:rPr>
              <a:t>Skills list</a:t>
            </a:r>
          </a:p>
        </p:txBody>
      </p:sp>
      <p:sp>
        <p:nvSpPr>
          <p:cNvPr id="551" name="TextBox 19"/>
          <p:cNvSpPr txBox="1"/>
          <p:nvPr/>
        </p:nvSpPr>
        <p:spPr>
          <a:xfrm>
            <a:off x="5399532" y="3419856"/>
            <a:ext cx="1362456" cy="13716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container.skills names type, id and version. Eight maximum.</a:t>
            </a:r>
          </a:p>
        </p:txBody>
      </p:sp>
      <p:sp>
        <p:nvSpPr>
          <p:cNvPr id="552" name="Oval 20"/>
          <p:cNvSpPr/>
          <p:nvPr/>
        </p:nvSpPr>
        <p:spPr>
          <a:xfrm>
            <a:off x="7968996" y="2176272"/>
            <a:ext cx="722376" cy="722376"/>
          </a:xfrm>
          <a:prstGeom prst="ellipse">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21"/>
          <p:cNvSpPr/>
          <p:nvPr/>
        </p:nvSpPr>
        <p:spPr>
          <a:xfrm>
            <a:off x="8033004" y="2240280"/>
            <a:ext cx="594360" cy="59436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22"/>
          <p:cNvSpPr txBox="1"/>
          <p:nvPr/>
        </p:nvSpPr>
        <p:spPr>
          <a:xfrm>
            <a:off x="8033004" y="2368296"/>
            <a:ext cx="594360" cy="347472"/>
          </a:xfrm>
          <a:prstGeom prst="rect">
            <a:avLst/>
          </a:prstGeom>
          <a:noFill/>
        </p:spPr>
        <p:txBody>
          <a:bodyPr wrap="square" tIns="0" bIns="0" lIns="45720" rIns="45720"/>
          <a:lstStyle/>
          <a:p>
            <a:pPr algn="ctr">
              <a:spcBef>
                <a:spcPts val="0"/>
              </a:spcBef>
              <a:spcAft>
                <a:spcPts val="0"/>
              </a:spcAft>
            </a:pPr>
            <a:r>
              <a:rPr sz="1800" b="1">
                <a:solidFill>
                  <a:srgbClr val="FFFFFF"/>
                </a:solidFill>
                <a:latin typeface="Inter"/>
              </a:rPr>
              <a:t>4</a:t>
            </a:r>
          </a:p>
        </p:txBody>
      </p:sp>
      <p:sp>
        <p:nvSpPr>
          <p:cNvPr id="555" name="TextBox 23"/>
          <p:cNvSpPr txBox="1"/>
          <p:nvPr/>
        </p:nvSpPr>
        <p:spPr>
          <a:xfrm>
            <a:off x="7685532" y="3035808"/>
            <a:ext cx="1289304" cy="329184"/>
          </a:xfrm>
          <a:prstGeom prst="rect">
            <a:avLst/>
          </a:prstGeom>
          <a:noFill/>
        </p:spPr>
        <p:txBody>
          <a:bodyPr wrap="square" tIns="0" bIns="0" lIns="45720" rIns="45720"/>
          <a:lstStyle/>
          <a:p>
            <a:pPr algn="ctr">
              <a:spcBef>
                <a:spcPts val="0"/>
              </a:spcBef>
              <a:spcAft>
                <a:spcPts val="0"/>
              </a:spcAft>
            </a:pPr>
            <a:r>
              <a:rPr sz="1300" b="1">
                <a:solidFill>
                  <a:srgbClr val="118A5E"/>
                </a:solidFill>
                <a:latin typeface="Inter"/>
              </a:rPr>
              <a:t>Code exec tool</a:t>
            </a:r>
          </a:p>
        </p:txBody>
      </p:sp>
      <p:sp>
        <p:nvSpPr>
          <p:cNvPr id="556" name="TextBox 24"/>
          <p:cNvSpPr txBox="1"/>
          <p:nvPr/>
        </p:nvSpPr>
        <p:spPr>
          <a:xfrm>
            <a:off x="7648956" y="3419856"/>
            <a:ext cx="1362456" cy="13716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Mandatory. Supplies the container, shell and filesystem.</a:t>
            </a:r>
          </a:p>
        </p:txBody>
      </p:sp>
      <p:sp>
        <p:nvSpPr>
          <p:cNvPr id="557" name="Oval 25"/>
          <p:cNvSpPr/>
          <p:nvPr/>
        </p:nvSpPr>
        <p:spPr>
          <a:xfrm>
            <a:off x="10218420" y="2176272"/>
            <a:ext cx="722376" cy="722376"/>
          </a:xfrm>
          <a:prstGeom prst="ellipse">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26"/>
          <p:cNvSpPr/>
          <p:nvPr/>
        </p:nvSpPr>
        <p:spPr>
          <a:xfrm>
            <a:off x="10282428" y="2240280"/>
            <a:ext cx="594360" cy="594360"/>
          </a:xfrm>
          <a:prstGeom prst="ellipse">
            <a:avLst/>
          </a:prstGeom>
          <a:solidFill>
            <a:srgbClr val="718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TextBox 27"/>
          <p:cNvSpPr txBox="1"/>
          <p:nvPr/>
        </p:nvSpPr>
        <p:spPr>
          <a:xfrm>
            <a:off x="10282428" y="2368296"/>
            <a:ext cx="594360" cy="347472"/>
          </a:xfrm>
          <a:prstGeom prst="rect">
            <a:avLst/>
          </a:prstGeom>
          <a:noFill/>
        </p:spPr>
        <p:txBody>
          <a:bodyPr wrap="square" tIns="0" bIns="0" lIns="45720" rIns="45720"/>
          <a:lstStyle/>
          <a:p>
            <a:pPr algn="ctr">
              <a:spcBef>
                <a:spcPts val="0"/>
              </a:spcBef>
              <a:spcAft>
                <a:spcPts val="0"/>
              </a:spcAft>
            </a:pPr>
            <a:r>
              <a:rPr sz="1800" b="1">
                <a:solidFill>
                  <a:srgbClr val="FFFFFF"/>
                </a:solidFill>
                <a:latin typeface="Inter"/>
              </a:rPr>
              <a:t>5</a:t>
            </a:r>
          </a:p>
        </p:txBody>
      </p:sp>
      <p:sp>
        <p:nvSpPr>
          <p:cNvPr id="560" name="TextBox 28"/>
          <p:cNvSpPr txBox="1"/>
          <p:nvPr/>
        </p:nvSpPr>
        <p:spPr>
          <a:xfrm>
            <a:off x="9934956" y="3035808"/>
            <a:ext cx="1289304" cy="329184"/>
          </a:xfrm>
          <a:prstGeom prst="rect">
            <a:avLst/>
          </a:prstGeom>
          <a:noFill/>
        </p:spPr>
        <p:txBody>
          <a:bodyPr wrap="square" tIns="0" bIns="0" lIns="45720" rIns="45720"/>
          <a:lstStyle/>
          <a:p>
            <a:pPr algn="ctr">
              <a:spcBef>
                <a:spcPts val="0"/>
              </a:spcBef>
              <a:spcAft>
                <a:spcPts val="0"/>
              </a:spcAft>
            </a:pPr>
            <a:r>
              <a:rPr sz="1300" b="1">
                <a:solidFill>
                  <a:srgbClr val="7188EF"/>
                </a:solidFill>
                <a:latin typeface="Inter"/>
              </a:rPr>
              <a:t>Files API</a:t>
            </a:r>
          </a:p>
        </p:txBody>
      </p:sp>
      <p:sp>
        <p:nvSpPr>
          <p:cNvPr id="561" name="TextBox 29"/>
          <p:cNvSpPr txBox="1"/>
          <p:nvPr/>
        </p:nvSpPr>
        <p:spPr>
          <a:xfrm>
            <a:off x="9898380" y="3419856"/>
            <a:ext cx="1362456" cy="1371600"/>
          </a:xfrm>
          <a:prstGeom prst="rect">
            <a:avLst/>
          </a:prstGeom>
          <a:noFill/>
        </p:spPr>
        <p:txBody>
          <a:bodyPr wrap="square" tIns="0" bIns="0" lIns="45720" rIns="45720"/>
          <a:lstStyle/>
          <a:p>
            <a:pPr algn="ctr">
              <a:spcBef>
                <a:spcPts val="0"/>
              </a:spcBef>
              <a:spcAft>
                <a:spcPts val="0"/>
              </a:spcAft>
            </a:pPr>
            <a:r>
              <a:rPr sz="1000" b="0">
                <a:solidFill>
                  <a:srgbClr val="4D4D4D"/>
                </a:solidFill>
                <a:latin typeface="Inter"/>
              </a:rPr>
              <a:t>Upload inputs by file_id, download the artefacts.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562" name=""/>
        <p:cNvGrpSpPr/>
        <p:nvPr/>
      </p:nvGrpSpPr>
      <p:grpSpPr/>
      <p:sp>
        <p:nvSpPr>
          <p:cNvPr id="563" name="Title 1"/>
          <p:cNvSpPr>
            <a:spLocks noGrp="1"/>
          </p:cNvSpPr>
          <p:nvPr>
            <p:ph type="title"/>
          </p:nvPr>
        </p:nvSpPr>
        <p:spPr/>
        <p:txBody>
          <a:bodyPr>
            <a:normAutofit/>
          </a:bodyPr>
          <a:lstStyle/>
          <a:p>
            <a:r>
              <a:rPr lang="en-US" dirty="0" sz="2000">
                <a:latin typeface="Inter"/>
              </a:rPr>
              <a:t>The API sandbox is stricter than the one Claude.ai gives you</a:t>
            </a:r>
          </a:p>
        </p:txBody>
      </p:sp>
      <p:sp>
        <p:nvSpPr>
          <p:cNvPr id="564" name="Content Placeholder 2"/>
          <p:cNvSpPr>
            <a:spLocks noGrp="1"/>
          </p:cNvSpPr>
          <p:nvPr>
            <p:ph idx="13"/>
          </p:nvPr>
        </p:nvSpPr>
        <p:spPr/>
        <p:txBody>
          <a:bodyPr/>
          <a:lstStyle/>
          <a:p>
            <a:r>
              <a:rPr lang="en-US" dirty="0">
                <a:latin typeface="Inter"/>
                <a:solidFill>
                  <a:srgbClr val="4D4D4D"/>
                </a:solidFill>
              </a:rPr>
              <a:t>Four harnesses</a:t>
            </a:r>
          </a:p>
        </p:txBody>
      </p:sp>
      <p:sp>
        <p:nvSpPr>
          <p:cNvPr id="565"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Anthropic code execution tool documentation</a:t>
            </a:r>
          </a:p>
        </p:txBody>
      </p:sp>
      <p:sp>
        <p:nvSpPr>
          <p:cNvPr id="566" name="TextBox 4"/>
          <p:cNvSpPr txBox="1"/>
          <p:nvPr/>
        </p:nvSpPr>
        <p:spPr>
          <a:xfrm>
            <a:off x="457200" y="1463040"/>
            <a:ext cx="2811780" cy="1188720"/>
          </a:xfrm>
          <a:prstGeom prst="rect">
            <a:avLst/>
          </a:prstGeom>
          <a:noFill/>
        </p:spPr>
        <p:txBody>
          <a:bodyPr wrap="square" tIns="0" bIns="0" lIns="45720" rIns="45720"/>
          <a:lstStyle/>
          <a:p>
            <a:pPr algn="ctr">
              <a:spcBef>
                <a:spcPts val="0"/>
              </a:spcBef>
              <a:spcAft>
                <a:spcPts val="0"/>
              </a:spcAft>
            </a:pPr>
            <a:r>
              <a:rPr sz="4800" b="1">
                <a:solidFill>
                  <a:srgbClr val="1A3FD6"/>
                </a:solidFill>
                <a:latin typeface="Inter"/>
              </a:rPr>
              <a:t>8</a:t>
            </a:r>
          </a:p>
        </p:txBody>
      </p:sp>
      <p:sp>
        <p:nvSpPr>
          <p:cNvPr id="567" name="TextBox 5"/>
          <p:cNvSpPr txBox="1"/>
          <p:nvPr/>
        </p:nvSpPr>
        <p:spPr>
          <a:xfrm>
            <a:off x="548640" y="2743200"/>
            <a:ext cx="2628900" cy="7772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skills per container</a:t>
            </a:r>
          </a:p>
        </p:txBody>
      </p:sp>
      <p:sp>
        <p:nvSpPr>
          <p:cNvPr id="568" name="Rectangle 6"/>
          <p:cNvSpPr/>
          <p:nvPr/>
        </p:nvSpPr>
        <p:spPr>
          <a:xfrm>
            <a:off x="1314450" y="2633472"/>
            <a:ext cx="1097280" cy="3810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TextBox 7"/>
          <p:cNvSpPr txBox="1"/>
          <p:nvPr/>
        </p:nvSpPr>
        <p:spPr>
          <a:xfrm>
            <a:off x="3268980" y="1463040"/>
            <a:ext cx="2811780" cy="1188720"/>
          </a:xfrm>
          <a:prstGeom prst="rect">
            <a:avLst/>
          </a:prstGeom>
          <a:noFill/>
        </p:spPr>
        <p:txBody>
          <a:bodyPr wrap="square" tIns="0" bIns="0" lIns="45720" rIns="45720"/>
          <a:lstStyle/>
          <a:p>
            <a:pPr algn="ctr">
              <a:spcBef>
                <a:spcPts val="0"/>
              </a:spcBef>
              <a:spcAft>
                <a:spcPts val="0"/>
              </a:spcAft>
            </a:pPr>
            <a:r>
              <a:rPr sz="4800" b="1">
                <a:solidFill>
                  <a:srgbClr val="00A798"/>
                </a:solidFill>
                <a:latin typeface="Inter"/>
              </a:rPr>
              <a:t>5 GiB</a:t>
            </a:r>
          </a:p>
        </p:txBody>
      </p:sp>
      <p:sp>
        <p:nvSpPr>
          <p:cNvPr id="570" name="TextBox 8"/>
          <p:cNvSpPr txBox="1"/>
          <p:nvPr/>
        </p:nvSpPr>
        <p:spPr>
          <a:xfrm>
            <a:off x="3360420" y="2743200"/>
            <a:ext cx="2628900" cy="7772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RAM and workspace disk, 1 CPU</a:t>
            </a:r>
          </a:p>
        </p:txBody>
      </p:sp>
      <p:sp>
        <p:nvSpPr>
          <p:cNvPr id="571" name="Rectangle 9"/>
          <p:cNvSpPr/>
          <p:nvPr/>
        </p:nvSpPr>
        <p:spPr>
          <a:xfrm>
            <a:off x="4126230" y="2633472"/>
            <a:ext cx="1097280" cy="38100"/>
          </a:xfrm>
          <a:prstGeom prst="rect">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TextBox 10"/>
          <p:cNvSpPr txBox="1"/>
          <p:nvPr/>
        </p:nvSpPr>
        <p:spPr>
          <a:xfrm>
            <a:off x="6080760" y="1463040"/>
            <a:ext cx="2811780" cy="1188720"/>
          </a:xfrm>
          <a:prstGeom prst="rect">
            <a:avLst/>
          </a:prstGeom>
          <a:noFill/>
        </p:spPr>
        <p:txBody>
          <a:bodyPr wrap="square" tIns="0" bIns="0" lIns="45720" rIns="45720"/>
          <a:lstStyle/>
          <a:p>
            <a:pPr algn="ctr">
              <a:spcBef>
                <a:spcPts val="0"/>
              </a:spcBef>
              <a:spcAft>
                <a:spcPts val="0"/>
              </a:spcAft>
            </a:pPr>
            <a:r>
              <a:rPr sz="4800" b="1">
                <a:solidFill>
                  <a:srgbClr val="0626A9"/>
                </a:solidFill>
                <a:latin typeface="Inter"/>
              </a:rPr>
              <a:t>0</a:t>
            </a:r>
          </a:p>
        </p:txBody>
      </p:sp>
      <p:sp>
        <p:nvSpPr>
          <p:cNvPr id="573" name="TextBox 11"/>
          <p:cNvSpPr txBox="1"/>
          <p:nvPr/>
        </p:nvSpPr>
        <p:spPr>
          <a:xfrm>
            <a:off x="6172200" y="2743200"/>
            <a:ext cx="2628900" cy="7772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network access — no runtime pip install</a:t>
            </a:r>
          </a:p>
        </p:txBody>
      </p:sp>
      <p:sp>
        <p:nvSpPr>
          <p:cNvPr id="574" name="Rectangle 12"/>
          <p:cNvSpPr/>
          <p:nvPr/>
        </p:nvSpPr>
        <p:spPr>
          <a:xfrm>
            <a:off x="6938010" y="2633472"/>
            <a:ext cx="1097280" cy="3810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13"/>
          <p:cNvSpPr txBox="1"/>
          <p:nvPr/>
        </p:nvSpPr>
        <p:spPr>
          <a:xfrm>
            <a:off x="8892540" y="1463040"/>
            <a:ext cx="2811780" cy="1188720"/>
          </a:xfrm>
          <a:prstGeom prst="rect">
            <a:avLst/>
          </a:prstGeom>
          <a:noFill/>
        </p:spPr>
        <p:txBody>
          <a:bodyPr wrap="square" tIns="0" bIns="0" lIns="45720" rIns="45720"/>
          <a:lstStyle/>
          <a:p>
            <a:pPr algn="ctr">
              <a:spcBef>
                <a:spcPts val="0"/>
              </a:spcBef>
              <a:spcAft>
                <a:spcPts val="0"/>
              </a:spcAft>
            </a:pPr>
            <a:r>
              <a:rPr sz="4800" b="1">
                <a:solidFill>
                  <a:srgbClr val="118A5E"/>
                </a:solidFill>
                <a:latin typeface="Inter"/>
              </a:rPr>
              <a:t>500 MB</a:t>
            </a:r>
          </a:p>
        </p:txBody>
      </p:sp>
      <p:sp>
        <p:nvSpPr>
          <p:cNvPr id="576" name="TextBox 14"/>
          <p:cNvSpPr txBox="1"/>
          <p:nvPr/>
        </p:nvSpPr>
        <p:spPr>
          <a:xfrm>
            <a:off x="8983980" y="2743200"/>
            <a:ext cx="2628900" cy="777240"/>
          </a:xfrm>
          <a:prstGeom prst="rect">
            <a:avLst/>
          </a:prstGeom>
          <a:noFill/>
        </p:spPr>
        <p:txBody>
          <a:bodyPr wrap="square" tIns="0" bIns="0" lIns="45720" rIns="45720"/>
          <a:lstStyle/>
          <a:p>
            <a:pPr algn="ctr">
              <a:spcBef>
                <a:spcPts val="0"/>
              </a:spcBef>
              <a:spcAft>
                <a:spcPts val="0"/>
              </a:spcAft>
            </a:pPr>
            <a:r>
              <a:rPr sz="1100" b="0">
                <a:solidFill>
                  <a:srgbClr val="4D4D4D"/>
                </a:solidFill>
                <a:latin typeface="Inter"/>
              </a:rPr>
              <a:t>maximum per uploaded file</a:t>
            </a:r>
          </a:p>
        </p:txBody>
      </p:sp>
      <p:sp>
        <p:nvSpPr>
          <p:cNvPr id="577" name="Rectangle 15"/>
          <p:cNvSpPr/>
          <p:nvPr/>
        </p:nvSpPr>
        <p:spPr>
          <a:xfrm>
            <a:off x="9749790" y="2633472"/>
            <a:ext cx="1097280" cy="38100"/>
          </a:xfrm>
          <a:prstGeom prst="rect">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578" name=""/>
        <p:cNvGrpSpPr/>
        <p:nvPr/>
      </p:nvGrpSpPr>
      <p:grpSpPr/>
      <p:sp>
        <p:nvSpPr>
          <p:cNvPr id="579" name="Title 1"/>
          <p:cNvSpPr>
            <a:spLocks noGrp="1"/>
          </p:cNvSpPr>
          <p:nvPr>
            <p:ph type="title"/>
          </p:nvPr>
        </p:nvSpPr>
        <p:spPr/>
        <p:txBody>
          <a:bodyPr>
            <a:normAutofit/>
          </a:bodyPr>
          <a:lstStyle/>
          <a:p>
            <a:r>
              <a:rPr lang="en-US" dirty="0" sz="2000">
                <a:latin typeface="Inter"/>
              </a:rPr>
              <a:t>In Claude Code, decide what is always in context and what is not</a:t>
            </a:r>
          </a:p>
        </p:txBody>
      </p:sp>
      <p:sp>
        <p:nvSpPr>
          <p:cNvPr id="580" name="Content Placeholder 2"/>
          <p:cNvSpPr>
            <a:spLocks noGrp="1"/>
          </p:cNvSpPr>
          <p:nvPr>
            <p:ph idx="13"/>
          </p:nvPr>
        </p:nvSpPr>
        <p:spPr/>
        <p:txBody>
          <a:bodyPr/>
          <a:lstStyle/>
          <a:p>
            <a:r>
              <a:rPr lang="en-US" dirty="0">
                <a:latin typeface="Inter"/>
                <a:solidFill>
                  <a:srgbClr val="4D4D4D"/>
                </a:solidFill>
              </a:rPr>
              <a:t>Four harnesses</a:t>
            </a:r>
          </a:p>
        </p:txBody>
      </p:sp>
      <p:sp>
        <p:nvSpPr>
          <p:cNvPr id="581"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582" name="TextBox 4"/>
          <p:cNvSpPr txBox="1"/>
          <p:nvPr/>
        </p:nvSpPr>
        <p:spPr>
          <a:xfrm>
            <a:off x="457200" y="1325880"/>
            <a:ext cx="3505200" cy="320040"/>
          </a:xfrm>
          <a:prstGeom prst="rect">
            <a:avLst/>
          </a:prstGeom>
          <a:noFill/>
        </p:spPr>
        <p:txBody>
          <a:bodyPr wrap="square" tIns="0" bIns="0" lIns="45720" rIns="45720"/>
          <a:lstStyle/>
          <a:p>
            <a:pPr algn="l">
              <a:spcBef>
                <a:spcPts val="0"/>
              </a:spcBef>
              <a:spcAft>
                <a:spcPts val="0"/>
              </a:spcAft>
            </a:pPr>
            <a:r>
              <a:rPr sz="1300" b="1">
                <a:solidFill>
                  <a:srgbClr val="1A3FD6"/>
                </a:solidFill>
                <a:latin typeface="Inter"/>
              </a:rPr>
              <a:t>CLAUDE.md — always loaded</a:t>
            </a:r>
          </a:p>
        </p:txBody>
      </p:sp>
      <p:sp>
        <p:nvSpPr>
          <p:cNvPr id="583" name="Rectangle 5"/>
          <p:cNvSpPr/>
          <p:nvPr/>
        </p:nvSpPr>
        <p:spPr>
          <a:xfrm>
            <a:off x="457200" y="1673352"/>
            <a:ext cx="3505200" cy="3810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TextBox 6"/>
          <p:cNvSpPr txBox="1"/>
          <p:nvPr/>
        </p:nvSpPr>
        <p:spPr>
          <a:xfrm>
            <a:off x="457200" y="1783080"/>
            <a:ext cx="3505200" cy="4389120"/>
          </a:xfrm>
          <a:prstGeom prst="rect">
            <a:avLst/>
          </a:prstGeom>
          <a:noFill/>
        </p:spPr>
        <p:txBody>
          <a:bodyPr wrap="square" tIns="0" bIns="0" lIns="45720" rIns="45720"/>
          <a:lstStyle/>
          <a:p>
            <a:pPr algn="l">
              <a:lnSpc>
                <a:spcPts val="1500"/>
              </a:lnSpc>
              <a:spcBef>
                <a:spcPts val="0"/>
              </a:spcBef>
              <a:spcAft>
                <a:spcPts val="0"/>
              </a:spcAft>
            </a:pPr>
            <a:r>
              <a:rPr sz="1100" b="0">
                <a:solidFill>
                  <a:srgbClr val="4D4D4D"/>
                </a:solidFill>
                <a:latin typeface="Inter"/>
              </a:rPr>
              <a:t>Stack, architecture, file layout and the conventions that apply on every turn. If a rule is useful on a turn unrelated to the task, it belongs here.</a:t>
            </a:r>
          </a:p>
        </p:txBody>
      </p:sp>
      <p:sp>
        <p:nvSpPr>
          <p:cNvPr id="585" name="Rectangle 7"/>
          <p:cNvSpPr/>
          <p:nvPr/>
        </p:nvSpPr>
        <p:spPr>
          <a:xfrm>
            <a:off x="4140708" y="1325880"/>
            <a:ext cx="9144" cy="49377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TextBox 8"/>
          <p:cNvSpPr txBox="1"/>
          <p:nvPr/>
        </p:nvSpPr>
        <p:spPr>
          <a:xfrm>
            <a:off x="4328160" y="1325880"/>
            <a:ext cx="3505200" cy="320040"/>
          </a:xfrm>
          <a:prstGeom prst="rect">
            <a:avLst/>
          </a:prstGeom>
          <a:noFill/>
        </p:spPr>
        <p:txBody>
          <a:bodyPr wrap="square" tIns="0" bIns="0" lIns="45720" rIns="45720"/>
          <a:lstStyle/>
          <a:p>
            <a:pPr algn="l">
              <a:spcBef>
                <a:spcPts val="0"/>
              </a:spcBef>
              <a:spcAft>
                <a:spcPts val="0"/>
              </a:spcAft>
            </a:pPr>
            <a:r>
              <a:rPr sz="1300" b="1">
                <a:solidFill>
                  <a:srgbClr val="00A798"/>
                </a:solidFill>
                <a:latin typeface="Inter"/>
              </a:rPr>
              <a:t>.claude/skills/ — on demand</a:t>
            </a:r>
          </a:p>
        </p:txBody>
      </p:sp>
      <p:sp>
        <p:nvSpPr>
          <p:cNvPr id="587" name="Rectangle 9"/>
          <p:cNvSpPr/>
          <p:nvPr/>
        </p:nvSpPr>
        <p:spPr>
          <a:xfrm>
            <a:off x="4328160" y="1673352"/>
            <a:ext cx="3505200" cy="38100"/>
          </a:xfrm>
          <a:prstGeom prst="rect">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TextBox 10"/>
          <p:cNvSpPr txBox="1"/>
          <p:nvPr/>
        </p:nvSpPr>
        <p:spPr>
          <a:xfrm>
            <a:off x="4328160" y="1783080"/>
            <a:ext cx="3505200" cy="4389120"/>
          </a:xfrm>
          <a:prstGeom prst="rect">
            <a:avLst/>
          </a:prstGeom>
          <a:noFill/>
        </p:spPr>
        <p:txBody>
          <a:bodyPr wrap="square" tIns="0" bIns="0" lIns="45720" rIns="45720"/>
          <a:lstStyle/>
          <a:p>
            <a:pPr algn="l">
              <a:lnSpc>
                <a:spcPts val="1500"/>
              </a:lnSpc>
              <a:spcBef>
                <a:spcPts val="0"/>
              </a:spcBef>
              <a:spcAft>
                <a:spcPts val="0"/>
              </a:spcAft>
            </a:pPr>
            <a:r>
              <a:rPr sz="1100" b="0">
                <a:solidFill>
                  <a:srgbClr val="4D4D4D"/>
                </a:solidFill>
                <a:latin typeface="Inter"/>
              </a:rPr>
              <a:t>One folder per skill. Rules that apply only while doing one class of work: how to add a command, how to write its tests, how to review it. Restart to pick up new skills.</a:t>
            </a:r>
          </a:p>
        </p:txBody>
      </p:sp>
      <p:sp>
        <p:nvSpPr>
          <p:cNvPr id="589" name="Rectangle 11"/>
          <p:cNvSpPr/>
          <p:nvPr/>
        </p:nvSpPr>
        <p:spPr>
          <a:xfrm>
            <a:off x="8011668" y="1325880"/>
            <a:ext cx="9144" cy="49377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TextBox 12"/>
          <p:cNvSpPr txBox="1"/>
          <p:nvPr/>
        </p:nvSpPr>
        <p:spPr>
          <a:xfrm>
            <a:off x="8199120" y="1325880"/>
            <a:ext cx="3505200" cy="320040"/>
          </a:xfrm>
          <a:prstGeom prst="rect">
            <a:avLst/>
          </a:prstGeom>
          <a:noFill/>
        </p:spPr>
        <p:txBody>
          <a:bodyPr wrap="square" tIns="0" bIns="0" lIns="45720" rIns="45720"/>
          <a:lstStyle/>
          <a:p>
            <a:pPr algn="l">
              <a:spcBef>
                <a:spcPts val="0"/>
              </a:spcBef>
              <a:spcAft>
                <a:spcPts val="0"/>
              </a:spcAft>
            </a:pPr>
            <a:r>
              <a:rPr sz="1300" b="1">
                <a:solidFill>
                  <a:srgbClr val="0626A9"/>
                </a:solidFill>
                <a:latin typeface="Inter"/>
              </a:rPr>
              <a:t>.claude/agents/ — on dispatch</a:t>
            </a:r>
          </a:p>
        </p:txBody>
      </p:sp>
      <p:sp>
        <p:nvSpPr>
          <p:cNvPr id="591" name="Rectangle 13"/>
          <p:cNvSpPr/>
          <p:nvPr/>
        </p:nvSpPr>
        <p:spPr>
          <a:xfrm>
            <a:off x="8199120" y="1673352"/>
            <a:ext cx="3505200" cy="3810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TextBox 14"/>
          <p:cNvSpPr txBox="1"/>
          <p:nvPr/>
        </p:nvSpPr>
        <p:spPr>
          <a:xfrm>
            <a:off x="8199120" y="1783080"/>
            <a:ext cx="3505200" cy="4389120"/>
          </a:xfrm>
          <a:prstGeom prst="rect">
            <a:avLst/>
          </a:prstGeom>
          <a:noFill/>
        </p:spPr>
        <p:txBody>
          <a:bodyPr wrap="square" tIns="0" bIns="0" lIns="45720" rIns="45720"/>
          <a:lstStyle/>
          <a:p>
            <a:pPr algn="l">
              <a:lnSpc>
                <a:spcPts val="1500"/>
              </a:lnSpc>
              <a:spcBef>
                <a:spcPts val="0"/>
              </a:spcBef>
              <a:spcAft>
                <a:spcPts val="0"/>
              </a:spcAft>
            </a:pPr>
            <a:r>
              <a:rPr sz="1100" b="0">
                <a:solidFill>
                  <a:srgbClr val="4D4D4D"/>
                </a:solidFill>
                <a:latin typeface="Inter"/>
              </a:rPr>
              <a:t>One markdown file per subagent, with frontmatter naming its tools, model and skills. Nothing is inherited from the parent, so both are explicit.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593" name=""/>
        <p:cNvGrpSpPr/>
        <p:nvPr/>
      </p:nvGrpSpPr>
      <p:grpSpPr/>
      <p:sp>
        <p:nvSpPr>
          <p:cNvPr id="594" name="Title 1"/>
          <p:cNvSpPr>
            <a:spLocks noGrp="1"/>
          </p:cNvSpPr>
          <p:nvPr>
            <p:ph type="title"/>
          </p:nvPr>
        </p:nvSpPr>
        <p:spPr/>
        <p:txBody>
          <a:bodyPr>
            <a:normAutofit/>
          </a:bodyPr>
          <a:lstStyle/>
          <a:p>
            <a:r>
              <a:rPr lang="en-US" dirty="0" sz="2000">
                <a:latin typeface="Inter"/>
              </a:rPr>
              <a:t>Split the development loop so the noise never reaches the parent</a:t>
            </a:r>
          </a:p>
        </p:txBody>
      </p:sp>
      <p:sp>
        <p:nvSpPr>
          <p:cNvPr id="595" name="Content Placeholder 2"/>
          <p:cNvSpPr>
            <a:spLocks noGrp="1"/>
          </p:cNvSpPr>
          <p:nvPr>
            <p:ph idx="13"/>
          </p:nvPr>
        </p:nvSpPr>
        <p:spPr/>
        <p:txBody>
          <a:bodyPr/>
          <a:lstStyle/>
          <a:p>
            <a:r>
              <a:rPr lang="en-US" dirty="0">
                <a:latin typeface="Inter"/>
                <a:solidFill>
                  <a:srgbClr val="4D4D4D"/>
                </a:solidFill>
              </a:rPr>
              <a:t>Four harnesses</a:t>
            </a:r>
          </a:p>
        </p:txBody>
      </p:sp>
      <p:sp>
        <p:nvSpPr>
          <p:cNvPr id="596"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597" name="Rounded Rectangle 4"/>
          <p:cNvSpPr/>
          <p:nvPr/>
        </p:nvSpPr>
        <p:spPr>
          <a:xfrm>
            <a:off x="457200" y="1188720"/>
            <a:ext cx="11247120" cy="411480"/>
          </a:xfrm>
          <a:prstGeom prst="roundRect">
            <a:avLst>
              <a:gd name="adj" fmla="val 3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TextBox 5"/>
          <p:cNvSpPr txBox="1"/>
          <p:nvPr/>
        </p:nvSpPr>
        <p:spPr>
          <a:xfrm>
            <a:off x="731520" y="1261872"/>
            <a:ext cx="10698480" cy="27432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Each subagent carries its own skill — nothing is inherited</a:t>
            </a:r>
          </a:p>
        </p:txBody>
      </p:sp>
      <p:sp>
        <p:nvSpPr>
          <p:cNvPr id="599" name="Rounded Rectangle 6"/>
          <p:cNvSpPr/>
          <p:nvPr/>
        </p:nvSpPr>
        <p:spPr>
          <a:xfrm>
            <a:off x="502920" y="1828800"/>
            <a:ext cx="3627120" cy="44348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Rounded Rectangle 7"/>
          <p:cNvSpPr/>
          <p:nvPr/>
        </p:nvSpPr>
        <p:spPr>
          <a:xfrm>
            <a:off x="457200" y="1783080"/>
            <a:ext cx="3627120"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Rounded Rectangle 8"/>
          <p:cNvSpPr/>
          <p:nvPr/>
        </p:nvSpPr>
        <p:spPr>
          <a:xfrm>
            <a:off x="594360" y="1920240"/>
            <a:ext cx="1097280" cy="274320"/>
          </a:xfrm>
          <a:prstGeom prst="roundRect">
            <a:avLst>
              <a:gd name="adj" fmla="val 15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TextBox 9"/>
          <p:cNvSpPr txBox="1"/>
          <p:nvPr/>
        </p:nvSpPr>
        <p:spPr>
          <a:xfrm>
            <a:off x="594360" y="1938528"/>
            <a:ext cx="1097280" cy="22860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REVIEW</a:t>
            </a:r>
          </a:p>
        </p:txBody>
      </p:sp>
      <p:pic>
        <p:nvPicPr>
          <p:cNvPr id="603" name="Picture 10" descr="17_magnifier_blue.png"/>
          <p:cNvPicPr>
            <a:picLocks noChangeAspect="1"/>
          </p:cNvPicPr>
          <p:nvPr/>
        </p:nvPicPr>
        <p:blipFill>
          <a:blip r:embed="rId2"/>
          <a:stretch>
            <a:fillRect/>
          </a:stretch>
        </p:blipFill>
        <p:spPr>
          <a:xfrm>
            <a:off x="594360" y="2240280"/>
            <a:ext cx="365760" cy="365760"/>
          </a:xfrm>
          <a:prstGeom prst="rect">
            <a:avLst/>
          </a:prstGeom>
        </p:spPr>
      </p:pic>
      <p:sp>
        <p:nvSpPr>
          <p:cNvPr id="604" name="TextBox 11"/>
          <p:cNvSpPr txBox="1"/>
          <p:nvPr/>
        </p:nvSpPr>
        <p:spPr>
          <a:xfrm>
            <a:off x="1005840" y="2286000"/>
            <a:ext cx="2941320" cy="32004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code-reviewer</a:t>
            </a:r>
          </a:p>
        </p:txBody>
      </p:sp>
      <p:sp>
        <p:nvSpPr>
          <p:cNvPr id="605" name="Rounded Rectangle 12"/>
          <p:cNvSpPr/>
          <p:nvPr/>
        </p:nvSpPr>
        <p:spPr>
          <a:xfrm>
            <a:off x="594360" y="2697480"/>
            <a:ext cx="3352800" cy="3246120"/>
          </a:xfrm>
          <a:prstGeom prst="roundRect">
            <a:avLst>
              <a:gd name="adj" fmla="val 4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TextBox 13"/>
          <p:cNvSpPr txBox="1"/>
          <p:nvPr/>
        </p:nvSpPr>
        <p:spPr>
          <a:xfrm>
            <a:off x="685800" y="2788920"/>
            <a:ext cx="3169920" cy="3063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Bash Glob Grep Read — read-only on purpose, so it reports issues instead of quietly fixing them.</a:t>
            </a:r>
          </a:p>
        </p:txBody>
      </p:sp>
      <p:sp>
        <p:nvSpPr>
          <p:cNvPr id="607" name="Rounded Rectangle 14"/>
          <p:cNvSpPr/>
          <p:nvPr/>
        </p:nvSpPr>
        <p:spPr>
          <a:xfrm>
            <a:off x="4312920" y="1828800"/>
            <a:ext cx="3627120" cy="44348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Rounded Rectangle 15"/>
          <p:cNvSpPr/>
          <p:nvPr/>
        </p:nvSpPr>
        <p:spPr>
          <a:xfrm>
            <a:off x="4267200" y="1783080"/>
            <a:ext cx="3627120"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Rounded Rectangle 16"/>
          <p:cNvSpPr/>
          <p:nvPr/>
        </p:nvSpPr>
        <p:spPr>
          <a:xfrm>
            <a:off x="4404360" y="1920240"/>
            <a:ext cx="1097280" cy="274320"/>
          </a:xfrm>
          <a:prstGeom prst="roundRect">
            <a:avLst>
              <a:gd name="adj" fmla="val 15000"/>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TextBox 17"/>
          <p:cNvSpPr txBox="1"/>
          <p:nvPr/>
        </p:nvSpPr>
        <p:spPr>
          <a:xfrm>
            <a:off x="4404360" y="1938528"/>
            <a:ext cx="1097280" cy="22860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TEST</a:t>
            </a:r>
          </a:p>
        </p:txBody>
      </p:sp>
      <p:pic>
        <p:nvPicPr>
          <p:cNvPr id="611" name="Picture 18" descr="15_checklist_blue.png"/>
          <p:cNvPicPr>
            <a:picLocks noChangeAspect="1"/>
          </p:cNvPicPr>
          <p:nvPr/>
        </p:nvPicPr>
        <p:blipFill>
          <a:blip r:embed="rId3"/>
          <a:stretch>
            <a:fillRect/>
          </a:stretch>
        </p:blipFill>
        <p:spPr>
          <a:xfrm>
            <a:off x="4404360" y="2240280"/>
            <a:ext cx="365760" cy="365760"/>
          </a:xfrm>
          <a:prstGeom prst="rect">
            <a:avLst/>
          </a:prstGeom>
        </p:spPr>
      </p:pic>
      <p:sp>
        <p:nvSpPr>
          <p:cNvPr id="612" name="TextBox 19"/>
          <p:cNvSpPr txBox="1"/>
          <p:nvPr/>
        </p:nvSpPr>
        <p:spPr>
          <a:xfrm>
            <a:off x="4815840" y="2286000"/>
            <a:ext cx="2941320" cy="320040"/>
          </a:xfrm>
          <a:prstGeom prst="rect">
            <a:avLst/>
          </a:prstGeom>
          <a:noFill/>
        </p:spPr>
        <p:txBody>
          <a:bodyPr wrap="square" tIns="0" bIns="0" lIns="45720" rIns="45720"/>
          <a:lstStyle/>
          <a:p>
            <a:pPr algn="l">
              <a:spcBef>
                <a:spcPts val="0"/>
              </a:spcBef>
              <a:spcAft>
                <a:spcPts val="0"/>
              </a:spcAft>
            </a:pPr>
            <a:r>
              <a:rPr sz="1200" b="1">
                <a:solidFill>
                  <a:srgbClr val="00A798"/>
                </a:solidFill>
                <a:latin typeface="Inter"/>
              </a:rPr>
              <a:t>test-generator-runner</a:t>
            </a:r>
          </a:p>
        </p:txBody>
      </p:sp>
      <p:sp>
        <p:nvSpPr>
          <p:cNvPr id="613" name="Rounded Rectangle 20"/>
          <p:cNvSpPr/>
          <p:nvPr/>
        </p:nvSpPr>
        <p:spPr>
          <a:xfrm>
            <a:off x="4404360" y="2697480"/>
            <a:ext cx="3352800" cy="3246120"/>
          </a:xfrm>
          <a:prstGeom prst="roundRect">
            <a:avLst>
              <a:gd name="adj" fmla="val 4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TextBox 21"/>
          <p:cNvSpPr txBox="1"/>
          <p:nvPr/>
        </p:nvSpPr>
        <p:spPr>
          <a:xfrm>
            <a:off x="4495800" y="2788920"/>
            <a:ext cx="3169920" cy="3063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Adds Edit and Write, because it must create test files, then runs the suite and returns a summary.</a:t>
            </a:r>
          </a:p>
        </p:txBody>
      </p:sp>
      <p:sp>
        <p:nvSpPr>
          <p:cNvPr id="615" name="Rounded Rectangle 22"/>
          <p:cNvSpPr/>
          <p:nvPr/>
        </p:nvSpPr>
        <p:spPr>
          <a:xfrm>
            <a:off x="8122920" y="1828800"/>
            <a:ext cx="3627120" cy="44348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Rounded Rectangle 23"/>
          <p:cNvSpPr/>
          <p:nvPr/>
        </p:nvSpPr>
        <p:spPr>
          <a:xfrm>
            <a:off x="8077200" y="1783080"/>
            <a:ext cx="3627120"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Rounded Rectangle 24"/>
          <p:cNvSpPr/>
          <p:nvPr/>
        </p:nvSpPr>
        <p:spPr>
          <a:xfrm>
            <a:off x="8214360" y="1920240"/>
            <a:ext cx="1097280" cy="274320"/>
          </a:xfrm>
          <a:prstGeom prst="roundRect">
            <a:avLst>
              <a:gd name="adj" fmla="val 15000"/>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TextBox 25"/>
          <p:cNvSpPr txBox="1"/>
          <p:nvPr/>
        </p:nvSpPr>
        <p:spPr>
          <a:xfrm>
            <a:off x="8214360" y="1938528"/>
            <a:ext cx="1097280" cy="22860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BUILD</a:t>
            </a:r>
          </a:p>
        </p:txBody>
      </p:sp>
      <p:pic>
        <p:nvPicPr>
          <p:cNvPr id="619" name="Picture 26" descr="26_developer_blue.png"/>
          <p:cNvPicPr>
            <a:picLocks noChangeAspect="1"/>
          </p:cNvPicPr>
          <p:nvPr/>
        </p:nvPicPr>
        <p:blipFill>
          <a:blip r:embed="rId4"/>
          <a:stretch>
            <a:fillRect/>
          </a:stretch>
        </p:blipFill>
        <p:spPr>
          <a:xfrm>
            <a:off x="8214360" y="2240280"/>
            <a:ext cx="365760" cy="365760"/>
          </a:xfrm>
          <a:prstGeom prst="rect">
            <a:avLst/>
          </a:prstGeom>
        </p:spPr>
      </p:pic>
      <p:sp>
        <p:nvSpPr>
          <p:cNvPr id="620" name="TextBox 27"/>
          <p:cNvSpPr txBox="1"/>
          <p:nvPr/>
        </p:nvSpPr>
        <p:spPr>
          <a:xfrm>
            <a:off x="8625840" y="2286000"/>
            <a:ext cx="2941320" cy="320040"/>
          </a:xfrm>
          <a:prstGeom prst="rect">
            <a:avLst/>
          </a:prstGeom>
          <a:noFill/>
        </p:spPr>
        <p:txBody>
          <a:bodyPr wrap="square" tIns="0" bIns="0" lIns="45720" rIns="45720"/>
          <a:lstStyle/>
          <a:p>
            <a:pPr algn="l">
              <a:spcBef>
                <a:spcPts val="0"/>
              </a:spcBef>
              <a:spcAft>
                <a:spcPts val="0"/>
              </a:spcAft>
            </a:pPr>
            <a:r>
              <a:rPr sz="1200" b="1">
                <a:solidFill>
                  <a:srgbClr val="0626A9"/>
                </a:solidFill>
                <a:latin typeface="Inter"/>
              </a:rPr>
              <a:t>parent agent</a:t>
            </a:r>
          </a:p>
        </p:txBody>
      </p:sp>
      <p:sp>
        <p:nvSpPr>
          <p:cNvPr id="621" name="Rounded Rectangle 28"/>
          <p:cNvSpPr/>
          <p:nvPr/>
        </p:nvSpPr>
        <p:spPr>
          <a:xfrm>
            <a:off x="8214360" y="2697480"/>
            <a:ext cx="3352800" cy="3246120"/>
          </a:xfrm>
          <a:prstGeom prst="roundRect">
            <a:avLst>
              <a:gd name="adj" fmla="val 4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TextBox 29"/>
          <p:cNvSpPr txBox="1"/>
          <p:nvPr/>
        </p:nvSpPr>
        <p:spPr>
          <a:xfrm>
            <a:off x="8305800" y="2788920"/>
            <a:ext cx="3169920" cy="3063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Stays on development and receives only verdicts and diffs. Its window never fills with run transcripts.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623" name=""/>
        <p:cNvGrpSpPr/>
        <p:nvPr/>
      </p:nvGrpSpPr>
      <p:grpSpPr/>
      <p:sp>
        <p:nvSpPr>
          <p:cNvPr id="624" name="Title 1"/>
          <p:cNvSpPr>
            <a:spLocks noGrp="1"/>
          </p:cNvSpPr>
          <p:nvPr>
            <p:ph type="title"/>
          </p:nvPr>
        </p:nvSpPr>
        <p:spPr/>
        <p:txBody>
          <a:bodyPr>
            <a:normAutofit/>
          </a:bodyPr>
          <a:lstStyle/>
          <a:p>
            <a:r>
              <a:rPr lang="en-US" dirty="0" sz="2000">
                <a:latin typeface="Inter"/>
              </a:rPr>
              <a:t>In the Agent SDK, four settings decide whether skills exist at all</a:t>
            </a:r>
          </a:p>
        </p:txBody>
      </p:sp>
      <p:sp>
        <p:nvSpPr>
          <p:cNvPr id="625" name="Content Placeholder 2"/>
          <p:cNvSpPr>
            <a:spLocks noGrp="1"/>
          </p:cNvSpPr>
          <p:nvPr>
            <p:ph idx="13"/>
          </p:nvPr>
        </p:nvSpPr>
        <p:spPr/>
        <p:txBody>
          <a:bodyPr/>
          <a:lstStyle/>
          <a:p>
            <a:r>
              <a:rPr lang="en-US" dirty="0">
                <a:latin typeface="Inter"/>
                <a:solidFill>
                  <a:srgbClr val="4D4D4D"/>
                </a:solidFill>
              </a:rPr>
              <a:t>Four harnesses</a:t>
            </a:r>
          </a:p>
        </p:txBody>
      </p:sp>
      <p:sp>
        <p:nvSpPr>
          <p:cNvPr id="626"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Claude Agent SDK documentation, reviewed September 2026</a:t>
            </a:r>
          </a:p>
        </p:txBody>
      </p:sp>
      <p:sp>
        <p:nvSpPr>
          <p:cNvPr id="627" name="Rounded Rectangle 4"/>
          <p:cNvSpPr/>
          <p:nvPr/>
        </p:nvSpPr>
        <p:spPr>
          <a:xfrm>
            <a:off x="530352" y="1536192"/>
            <a:ext cx="2603754" cy="3474720"/>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Rounded Rectangle 5"/>
          <p:cNvSpPr/>
          <p:nvPr/>
        </p:nvSpPr>
        <p:spPr>
          <a:xfrm>
            <a:off x="457200" y="1463040"/>
            <a:ext cx="264033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
          <p:cNvSpPr/>
          <p:nvPr/>
        </p:nvSpPr>
        <p:spPr>
          <a:xfrm>
            <a:off x="2475738" y="1225296"/>
            <a:ext cx="475488" cy="475488"/>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TextBox 7"/>
          <p:cNvSpPr txBox="1"/>
          <p:nvPr/>
        </p:nvSpPr>
        <p:spPr>
          <a:xfrm>
            <a:off x="2475738" y="1316736"/>
            <a:ext cx="475488" cy="292608"/>
          </a:xfrm>
          <a:prstGeom prst="rect">
            <a:avLst/>
          </a:prstGeom>
          <a:noFill/>
        </p:spPr>
        <p:txBody>
          <a:bodyPr wrap="square" tIns="0" bIns="0" lIns="45720" rIns="45720"/>
          <a:lstStyle/>
          <a:p>
            <a:pPr algn="ctr">
              <a:spcBef>
                <a:spcPts val="0"/>
              </a:spcBef>
              <a:spcAft>
                <a:spcPts val="0"/>
              </a:spcAft>
            </a:pPr>
            <a:r>
              <a:rPr sz="1400" b="1">
                <a:solidFill>
                  <a:srgbClr val="FFFFFF"/>
                </a:solidFill>
                <a:latin typeface="Inter"/>
              </a:rPr>
              <a:t>R</a:t>
            </a:r>
          </a:p>
        </p:txBody>
      </p:sp>
      <p:sp>
        <p:nvSpPr>
          <p:cNvPr id="631" name="TextBox 8"/>
          <p:cNvSpPr txBox="1"/>
          <p:nvPr/>
        </p:nvSpPr>
        <p:spPr>
          <a:xfrm>
            <a:off x="640080" y="1920240"/>
            <a:ext cx="2274570" cy="365760"/>
          </a:xfrm>
          <a:prstGeom prst="rect">
            <a:avLst/>
          </a:prstGeom>
          <a:noFill/>
        </p:spPr>
        <p:txBody>
          <a:bodyPr wrap="square" tIns="0" bIns="0" lIns="45720" rIns="45720"/>
          <a:lstStyle/>
          <a:p>
            <a:pPr algn="l">
              <a:spcBef>
                <a:spcPts val="0"/>
              </a:spcBef>
              <a:spcAft>
                <a:spcPts val="0"/>
              </a:spcAft>
            </a:pPr>
            <a:r>
              <a:rPr sz="1300" b="1">
                <a:solidFill>
                  <a:srgbClr val="1A3FD6"/>
                </a:solidFill>
                <a:latin typeface="Inter"/>
              </a:rPr>
              <a:t>setting_sources</a:t>
            </a:r>
          </a:p>
        </p:txBody>
      </p:sp>
      <p:sp>
        <p:nvSpPr>
          <p:cNvPr id="632" name="TextBox 9"/>
          <p:cNvSpPr txBox="1"/>
          <p:nvPr/>
        </p:nvSpPr>
        <p:spPr>
          <a:xfrm>
            <a:off x="640080" y="2432304"/>
            <a:ext cx="2274570" cy="241401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Must include 'project' or 'user'. Omit it and no skill loads, with no error message.</a:t>
            </a:r>
          </a:p>
        </p:txBody>
      </p:sp>
      <p:sp>
        <p:nvSpPr>
          <p:cNvPr id="633" name="Rounded Rectangle 10"/>
          <p:cNvSpPr/>
          <p:nvPr/>
        </p:nvSpPr>
        <p:spPr>
          <a:xfrm>
            <a:off x="621792" y="4498848"/>
            <a:ext cx="2292858" cy="274320"/>
          </a:xfrm>
          <a:prstGeom prst="roundRect">
            <a:avLst>
              <a:gd name="adj" fmla="val 30000"/>
            </a:avLst>
          </a:prstGeom>
          <a:solidFill>
            <a:srgbClr val="E8EBFD"/>
          </a:solidFill>
          <a:ln w="12700">
            <a:solidFill>
              <a:srgbClr val="1A3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TextBox 11"/>
          <p:cNvSpPr txBox="1"/>
          <p:nvPr/>
        </p:nvSpPr>
        <p:spPr>
          <a:xfrm>
            <a:off x="621792" y="4535424"/>
            <a:ext cx="2292858" cy="201168"/>
          </a:xfrm>
          <a:prstGeom prst="rect">
            <a:avLst/>
          </a:prstGeom>
          <a:noFill/>
        </p:spPr>
        <p:txBody>
          <a:bodyPr wrap="square" tIns="0" bIns="0" lIns="45720" rIns="45720"/>
          <a:lstStyle/>
          <a:p>
            <a:pPr algn="ctr">
              <a:spcBef>
                <a:spcPts val="0"/>
              </a:spcBef>
              <a:spcAft>
                <a:spcPts val="0"/>
              </a:spcAft>
            </a:pPr>
            <a:r>
              <a:rPr sz="800" b="1">
                <a:solidFill>
                  <a:srgbClr val="1A3FD6"/>
                </a:solidFill>
                <a:latin typeface="Inter"/>
              </a:rPr>
              <a:t>REQUIRED</a:t>
            </a:r>
          </a:p>
        </p:txBody>
      </p:sp>
      <p:sp>
        <p:nvSpPr>
          <p:cNvPr id="635" name="Rounded Rectangle 12"/>
          <p:cNvSpPr/>
          <p:nvPr/>
        </p:nvSpPr>
        <p:spPr>
          <a:xfrm>
            <a:off x="3399282" y="1536192"/>
            <a:ext cx="2603754" cy="3474720"/>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ounded Rectangle 13"/>
          <p:cNvSpPr/>
          <p:nvPr/>
        </p:nvSpPr>
        <p:spPr>
          <a:xfrm>
            <a:off x="3326130" y="1463040"/>
            <a:ext cx="264033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14"/>
          <p:cNvSpPr/>
          <p:nvPr/>
        </p:nvSpPr>
        <p:spPr>
          <a:xfrm>
            <a:off x="5344668" y="1225296"/>
            <a:ext cx="475488" cy="475488"/>
          </a:xfrm>
          <a:prstGeom prst="ellipse">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TextBox 15"/>
          <p:cNvSpPr txBox="1"/>
          <p:nvPr/>
        </p:nvSpPr>
        <p:spPr>
          <a:xfrm>
            <a:off x="5344668" y="1316736"/>
            <a:ext cx="475488" cy="292608"/>
          </a:xfrm>
          <a:prstGeom prst="rect">
            <a:avLst/>
          </a:prstGeom>
          <a:noFill/>
        </p:spPr>
        <p:txBody>
          <a:bodyPr wrap="square" tIns="0" bIns="0" lIns="45720" rIns="45720"/>
          <a:lstStyle/>
          <a:p>
            <a:pPr algn="ctr">
              <a:spcBef>
                <a:spcPts val="0"/>
              </a:spcBef>
              <a:spcAft>
                <a:spcPts val="0"/>
              </a:spcAft>
            </a:pPr>
            <a:r>
              <a:rPr sz="1400" b="1">
                <a:solidFill>
                  <a:srgbClr val="FFFFFF"/>
                </a:solidFill>
                <a:latin typeface="Inter"/>
              </a:rPr>
              <a:t>R</a:t>
            </a:r>
          </a:p>
        </p:txBody>
      </p:sp>
      <p:sp>
        <p:nvSpPr>
          <p:cNvPr id="639" name="TextBox 16"/>
          <p:cNvSpPr txBox="1"/>
          <p:nvPr/>
        </p:nvSpPr>
        <p:spPr>
          <a:xfrm>
            <a:off x="3509010" y="1920240"/>
            <a:ext cx="2274570" cy="365760"/>
          </a:xfrm>
          <a:prstGeom prst="rect">
            <a:avLst/>
          </a:prstGeom>
          <a:noFill/>
        </p:spPr>
        <p:txBody>
          <a:bodyPr wrap="square" tIns="0" bIns="0" lIns="45720" rIns="45720"/>
          <a:lstStyle/>
          <a:p>
            <a:pPr algn="l">
              <a:spcBef>
                <a:spcPts val="0"/>
              </a:spcBef>
              <a:spcAft>
                <a:spcPts val="0"/>
              </a:spcAft>
            </a:pPr>
            <a:r>
              <a:rPr sz="1300" b="1">
                <a:solidFill>
                  <a:srgbClr val="00A798"/>
                </a:solidFill>
                <a:latin typeface="Inter"/>
              </a:rPr>
              <a:t>Skill in allowed_tools</a:t>
            </a:r>
          </a:p>
        </p:txBody>
      </p:sp>
      <p:sp>
        <p:nvSpPr>
          <p:cNvPr id="640" name="TextBox 17"/>
          <p:cNvSpPr txBox="1"/>
          <p:nvPr/>
        </p:nvSpPr>
        <p:spPr>
          <a:xfrm>
            <a:off x="3509010" y="2432304"/>
            <a:ext cx="2274570" cy="241401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Without it skills are invisible, even when the folder is correct and present.</a:t>
            </a:r>
          </a:p>
        </p:txBody>
      </p:sp>
      <p:sp>
        <p:nvSpPr>
          <p:cNvPr id="641" name="Rounded Rectangle 18"/>
          <p:cNvSpPr/>
          <p:nvPr/>
        </p:nvSpPr>
        <p:spPr>
          <a:xfrm>
            <a:off x="3490722" y="4498848"/>
            <a:ext cx="2292858" cy="274320"/>
          </a:xfrm>
          <a:prstGeom prst="roundRect">
            <a:avLst>
              <a:gd name="adj" fmla="val 30000"/>
            </a:avLst>
          </a:prstGeom>
          <a:solidFill>
            <a:srgbClr val="E0F5F3"/>
          </a:solidFill>
          <a:ln w="12700">
            <a:solidFill>
              <a:srgbClr val="00A7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TextBox 19"/>
          <p:cNvSpPr txBox="1"/>
          <p:nvPr/>
        </p:nvSpPr>
        <p:spPr>
          <a:xfrm>
            <a:off x="3490722" y="4535424"/>
            <a:ext cx="2292858" cy="201168"/>
          </a:xfrm>
          <a:prstGeom prst="rect">
            <a:avLst/>
          </a:prstGeom>
          <a:noFill/>
        </p:spPr>
        <p:txBody>
          <a:bodyPr wrap="square" tIns="0" bIns="0" lIns="45720" rIns="45720"/>
          <a:lstStyle/>
          <a:p>
            <a:pPr algn="ctr">
              <a:spcBef>
                <a:spcPts val="0"/>
              </a:spcBef>
              <a:spcAft>
                <a:spcPts val="0"/>
              </a:spcAft>
            </a:pPr>
            <a:r>
              <a:rPr sz="800" b="1">
                <a:solidFill>
                  <a:srgbClr val="00A798"/>
                </a:solidFill>
                <a:latin typeface="Inter"/>
              </a:rPr>
              <a:t>REQUIRED</a:t>
            </a:r>
          </a:p>
        </p:txBody>
      </p:sp>
      <p:sp>
        <p:nvSpPr>
          <p:cNvPr id="643" name="Rounded Rectangle 20"/>
          <p:cNvSpPr/>
          <p:nvPr/>
        </p:nvSpPr>
        <p:spPr>
          <a:xfrm>
            <a:off x="6268212" y="1536192"/>
            <a:ext cx="2603754" cy="3474720"/>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Rounded Rectangle 21"/>
          <p:cNvSpPr/>
          <p:nvPr/>
        </p:nvSpPr>
        <p:spPr>
          <a:xfrm>
            <a:off x="6195060" y="1463040"/>
            <a:ext cx="264033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22"/>
          <p:cNvSpPr/>
          <p:nvPr/>
        </p:nvSpPr>
        <p:spPr>
          <a:xfrm>
            <a:off x="8213598" y="1225296"/>
            <a:ext cx="475488" cy="475488"/>
          </a:xfrm>
          <a:prstGeom prst="ellipse">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TextBox 23"/>
          <p:cNvSpPr txBox="1"/>
          <p:nvPr/>
        </p:nvSpPr>
        <p:spPr>
          <a:xfrm>
            <a:off x="8213598" y="1316736"/>
            <a:ext cx="475488" cy="292608"/>
          </a:xfrm>
          <a:prstGeom prst="rect">
            <a:avLst/>
          </a:prstGeom>
          <a:noFill/>
        </p:spPr>
        <p:txBody>
          <a:bodyPr wrap="square" tIns="0" bIns="0" lIns="45720" rIns="45720"/>
          <a:lstStyle/>
          <a:p>
            <a:pPr algn="ctr">
              <a:spcBef>
                <a:spcPts val="0"/>
              </a:spcBef>
              <a:spcAft>
                <a:spcPts val="0"/>
              </a:spcAft>
            </a:pPr>
            <a:r>
              <a:rPr sz="1400" b="1">
                <a:solidFill>
                  <a:srgbClr val="FFFFFF"/>
                </a:solidFill>
                <a:latin typeface="Inter"/>
              </a:rPr>
              <a:t>F</a:t>
            </a:r>
          </a:p>
        </p:txBody>
      </p:sp>
      <p:sp>
        <p:nvSpPr>
          <p:cNvPr id="647" name="TextBox 24"/>
          <p:cNvSpPr txBox="1"/>
          <p:nvPr/>
        </p:nvSpPr>
        <p:spPr>
          <a:xfrm>
            <a:off x="6377940" y="1920240"/>
            <a:ext cx="2274570" cy="365760"/>
          </a:xfrm>
          <a:prstGeom prst="rect">
            <a:avLst/>
          </a:prstGeom>
          <a:noFill/>
        </p:spPr>
        <p:txBody>
          <a:bodyPr wrap="square" tIns="0" bIns="0" lIns="45720" rIns="45720"/>
          <a:lstStyle/>
          <a:p>
            <a:pPr algn="l">
              <a:spcBef>
                <a:spcPts val="0"/>
              </a:spcBef>
              <a:spcAft>
                <a:spcPts val="0"/>
              </a:spcAft>
            </a:pPr>
            <a:r>
              <a:rPr sz="1300" b="1">
                <a:solidFill>
                  <a:srgbClr val="0626A9"/>
                </a:solidFill>
                <a:latin typeface="Inter"/>
              </a:rPr>
              <a:t>Task in allowed_tools</a:t>
            </a:r>
          </a:p>
        </p:txBody>
      </p:sp>
      <p:sp>
        <p:nvSpPr>
          <p:cNvPr id="648" name="TextBox 25"/>
          <p:cNvSpPr txBox="1"/>
          <p:nvPr/>
        </p:nvSpPr>
        <p:spPr>
          <a:xfrm>
            <a:off x="6377940" y="2432304"/>
            <a:ext cx="2274570" cy="241401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The dispatch tool. Declared agents can never be invoked without it.</a:t>
            </a:r>
          </a:p>
        </p:txBody>
      </p:sp>
      <p:sp>
        <p:nvSpPr>
          <p:cNvPr id="649" name="Rounded Rectangle 26"/>
          <p:cNvSpPr/>
          <p:nvPr/>
        </p:nvSpPr>
        <p:spPr>
          <a:xfrm>
            <a:off x="6359652" y="4498848"/>
            <a:ext cx="2292858" cy="274320"/>
          </a:xfrm>
          <a:prstGeom prst="roundRect">
            <a:avLst>
              <a:gd name="adj" fmla="val 30000"/>
            </a:avLst>
          </a:prstGeom>
          <a:solidFill>
            <a:srgbClr val="F4F5FD"/>
          </a:solidFill>
          <a:ln w="12700">
            <a:solidFill>
              <a:srgbClr val="062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TextBox 27"/>
          <p:cNvSpPr txBox="1"/>
          <p:nvPr/>
        </p:nvSpPr>
        <p:spPr>
          <a:xfrm>
            <a:off x="6359652" y="4535424"/>
            <a:ext cx="2292858" cy="201168"/>
          </a:xfrm>
          <a:prstGeom prst="rect">
            <a:avLst/>
          </a:prstGeom>
          <a:noFill/>
        </p:spPr>
        <p:txBody>
          <a:bodyPr wrap="square" tIns="0" bIns="0" lIns="45720" rIns="45720"/>
          <a:lstStyle/>
          <a:p>
            <a:pPr algn="ctr">
              <a:spcBef>
                <a:spcPts val="0"/>
              </a:spcBef>
              <a:spcAft>
                <a:spcPts val="0"/>
              </a:spcAft>
            </a:pPr>
            <a:r>
              <a:rPr sz="800" b="1">
                <a:solidFill>
                  <a:srgbClr val="0626A9"/>
                </a:solidFill>
                <a:latin typeface="Inter"/>
              </a:rPr>
              <a:t>FOR SUBAGENTS</a:t>
            </a:r>
          </a:p>
        </p:txBody>
      </p:sp>
      <p:sp>
        <p:nvSpPr>
          <p:cNvPr id="651" name="Rounded Rectangle 28"/>
          <p:cNvSpPr/>
          <p:nvPr/>
        </p:nvSpPr>
        <p:spPr>
          <a:xfrm>
            <a:off x="9137142" y="1536192"/>
            <a:ext cx="2603754" cy="3474720"/>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Rounded Rectangle 29"/>
          <p:cNvSpPr/>
          <p:nvPr/>
        </p:nvSpPr>
        <p:spPr>
          <a:xfrm>
            <a:off x="9063990" y="1463040"/>
            <a:ext cx="264033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30"/>
          <p:cNvSpPr/>
          <p:nvPr/>
        </p:nvSpPr>
        <p:spPr>
          <a:xfrm>
            <a:off x="11082528" y="1225296"/>
            <a:ext cx="475488" cy="475488"/>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TextBox 31"/>
          <p:cNvSpPr txBox="1"/>
          <p:nvPr/>
        </p:nvSpPr>
        <p:spPr>
          <a:xfrm>
            <a:off x="11082528" y="1316736"/>
            <a:ext cx="475488" cy="292608"/>
          </a:xfrm>
          <a:prstGeom prst="rect">
            <a:avLst/>
          </a:prstGeom>
          <a:noFill/>
        </p:spPr>
        <p:txBody>
          <a:bodyPr wrap="square" tIns="0" bIns="0" lIns="45720" rIns="45720"/>
          <a:lstStyle/>
          <a:p>
            <a:pPr algn="ctr">
              <a:spcBef>
                <a:spcPts val="0"/>
              </a:spcBef>
              <a:spcAft>
                <a:spcPts val="0"/>
              </a:spcAft>
            </a:pPr>
            <a:r>
              <a:rPr sz="1400" b="1">
                <a:solidFill>
                  <a:srgbClr val="FFFFFF"/>
                </a:solidFill>
                <a:latin typeface="Inter"/>
              </a:rPr>
              <a:t>N</a:t>
            </a:r>
          </a:p>
        </p:txBody>
      </p:sp>
      <p:sp>
        <p:nvSpPr>
          <p:cNvPr id="655" name="TextBox 32"/>
          <p:cNvSpPr txBox="1"/>
          <p:nvPr/>
        </p:nvSpPr>
        <p:spPr>
          <a:xfrm>
            <a:off x="9246870" y="1920240"/>
            <a:ext cx="2274570" cy="365760"/>
          </a:xfrm>
          <a:prstGeom prst="rect">
            <a:avLst/>
          </a:prstGeom>
          <a:noFill/>
        </p:spPr>
        <p:txBody>
          <a:bodyPr wrap="square" tIns="0" bIns="0" lIns="45720" rIns="45720"/>
          <a:lstStyle/>
          <a:p>
            <a:pPr algn="l">
              <a:spcBef>
                <a:spcPts val="0"/>
              </a:spcBef>
              <a:spcAft>
                <a:spcPts val="0"/>
              </a:spcAft>
            </a:pPr>
            <a:r>
              <a:rPr sz="1300" b="1">
                <a:solidFill>
                  <a:srgbClr val="118A5E"/>
                </a:solidFill>
                <a:latin typeface="Inter"/>
              </a:rPr>
              <a:t>Explicit tool grants</a:t>
            </a:r>
          </a:p>
        </p:txBody>
      </p:sp>
      <p:sp>
        <p:nvSpPr>
          <p:cNvPr id="656" name="TextBox 33"/>
          <p:cNvSpPr txBox="1"/>
          <p:nvPr/>
        </p:nvSpPr>
        <p:spPr>
          <a:xfrm>
            <a:off x="9246870" y="2432304"/>
            <a:ext cx="2274570" cy="2414016"/>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Read, Grep and Glob are allowed by default. Write, Bash, WebSearch and WebFetch are not.</a:t>
            </a:r>
          </a:p>
        </p:txBody>
      </p:sp>
      <p:sp>
        <p:nvSpPr>
          <p:cNvPr id="657" name="Rounded Rectangle 34"/>
          <p:cNvSpPr/>
          <p:nvPr/>
        </p:nvSpPr>
        <p:spPr>
          <a:xfrm>
            <a:off x="9228582" y="4498848"/>
            <a:ext cx="2292858" cy="274320"/>
          </a:xfrm>
          <a:prstGeom prst="roundRect">
            <a:avLst>
              <a:gd name="adj" fmla="val 30000"/>
            </a:avLst>
          </a:prstGeom>
          <a:solidFill>
            <a:srgbClr val="E6F5EF"/>
          </a:solidFill>
          <a:ln w="12700">
            <a:solidFill>
              <a:srgbClr val="118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TextBox 35"/>
          <p:cNvSpPr txBox="1"/>
          <p:nvPr/>
        </p:nvSpPr>
        <p:spPr>
          <a:xfrm>
            <a:off x="9228582" y="4535424"/>
            <a:ext cx="2292858" cy="201168"/>
          </a:xfrm>
          <a:prstGeom prst="rect">
            <a:avLst/>
          </a:prstGeom>
          <a:noFill/>
        </p:spPr>
        <p:txBody>
          <a:bodyPr wrap="square" tIns="0" bIns="0" lIns="45720" rIns="45720"/>
          <a:lstStyle/>
          <a:p>
            <a:pPr algn="ctr">
              <a:spcBef>
                <a:spcPts val="0"/>
              </a:spcBef>
              <a:spcAft>
                <a:spcPts val="0"/>
              </a:spcAft>
            </a:pPr>
            <a:r>
              <a:rPr sz="800" b="1">
                <a:solidFill>
                  <a:srgbClr val="118A5E"/>
                </a:solidFill>
                <a:latin typeface="Inter"/>
              </a:rPr>
              <a:t>NOT DEFAULT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659" name=""/>
        <p:cNvGrpSpPr/>
        <p:nvPr/>
      </p:nvGrpSpPr>
      <p:grpSpPr/>
      <p:sp>
        <p:nvSpPr>
          <p:cNvPr id="660" name="Title 1"/>
          <p:cNvSpPr>
            <a:spLocks noGrp="1"/>
          </p:cNvSpPr>
          <p:nvPr>
            <p:ph type="ctrTitle"/>
          </p:nvPr>
        </p:nvSpPr>
        <p:spPr>
          <a:xfrm>
            <a:off x="0" y="0"/>
            <a:ext cx="0" cy="0"/>
          </a:xfrm>
        </p:spPr>
        <p:txBody>
          <a:bodyPr/>
          <a:lstStyle/>
          <a:p>
            <a:r>
              <a:rPr lang="en-US" sz="100" dirty="0"/>
              <a:t> </a:t>
            </a:r>
          </a:p>
        </p:txBody>
      </p:sp>
      <p:sp>
        <p:nvSpPr>
          <p:cNvPr id="661" name="Subtitle 2"/>
          <p:cNvSpPr>
            <a:spLocks noGrp="1"/>
          </p:cNvSpPr>
          <p:nvPr>
            <p:ph type="subTitle" idx="1"/>
          </p:nvPr>
        </p:nvSpPr>
        <p:spPr>
          <a:xfrm>
            <a:off x="0" y="0"/>
            <a:ext cx="0" cy="0"/>
          </a:xfrm>
        </p:spPr>
        <p:txBody>
          <a:bodyPr/>
          <a:lstStyle/>
          <a:p>
            <a:r>
              <a:rPr lang="en-US" sz="100" dirty="0"/>
              <a:t> </a:t>
            </a:r>
          </a:p>
        </p:txBody>
      </p:sp>
      <p:sp>
        <p:nvSpPr>
          <p:cNvPr id="662" name="Text Placeholder 3"/>
          <p:cNvSpPr>
            <a:spLocks noGrp="1"/>
          </p:cNvSpPr>
          <p:nvPr>
            <p:ph type="body" idx="10" sz="quarter"/>
          </p:nvPr>
        </p:nvSpPr>
        <p:spPr/>
        <p:txBody>
          <a:bodyPr/>
          <a:lstStyle/>
          <a:p>
            <a:r>
              <a:rPr lang="en-US" dirty="0">
                <a:latin typeface="Inter"/>
              </a:rPr>
              <a:t>Section 07</a:t>
            </a:r>
          </a:p>
        </p:txBody>
      </p:sp>
      <p:sp>
        <p:nvSpPr>
          <p:cNvPr id="663"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Evaluate, secure, ship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664" name=""/>
        <p:cNvGrpSpPr/>
        <p:nvPr/>
      </p:nvGrpSpPr>
      <p:grpSpPr/>
      <p:sp>
        <p:nvSpPr>
          <p:cNvPr id="665" name="Title 1"/>
          <p:cNvSpPr>
            <a:spLocks noGrp="1"/>
          </p:cNvSpPr>
          <p:nvPr>
            <p:ph type="title"/>
          </p:nvPr>
        </p:nvSpPr>
        <p:spPr/>
        <p:txBody>
          <a:bodyPr>
            <a:normAutofit/>
          </a:bodyPr>
          <a:lstStyle/>
          <a:p>
            <a:r>
              <a:rPr lang="en-US" dirty="0" sz="2000">
                <a:latin typeface="Inter"/>
              </a:rPr>
              <a:t>Three failure modes, and they need measuring separately</a:t>
            </a:r>
          </a:p>
        </p:txBody>
      </p:sp>
      <p:sp>
        <p:nvSpPr>
          <p:cNvPr id="666" name="Content Placeholder 2"/>
          <p:cNvSpPr>
            <a:spLocks noGrp="1"/>
          </p:cNvSpPr>
          <p:nvPr>
            <p:ph idx="13"/>
          </p:nvPr>
        </p:nvSpPr>
        <p:spPr/>
        <p:txBody>
          <a:bodyPr/>
          <a:lstStyle/>
          <a:p>
            <a:r>
              <a:rPr lang="en-US" dirty="0">
                <a:latin typeface="Inter"/>
                <a:solidFill>
                  <a:srgbClr val="4D4D4D"/>
                </a:solidFill>
              </a:rPr>
              <a:t>Evaluate, secure, ship</a:t>
            </a:r>
          </a:p>
        </p:txBody>
      </p:sp>
      <p:sp>
        <p:nvSpPr>
          <p:cNvPr id="667"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668" name="Rounded Rectangle 4"/>
          <p:cNvSpPr/>
          <p:nvPr/>
        </p:nvSpPr>
        <p:spPr>
          <a:xfrm>
            <a:off x="493776" y="1408176"/>
            <a:ext cx="3627120" cy="3474720"/>
          </a:xfrm>
          <a:prstGeom prst="roundRect">
            <a:avLst>
              <a:gd name="adj" fmla="val 5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Rounded Rectangle 5"/>
          <p:cNvSpPr/>
          <p:nvPr/>
        </p:nvSpPr>
        <p:spPr>
          <a:xfrm>
            <a:off x="457200" y="1371600"/>
            <a:ext cx="362712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
          <p:cNvSpPr/>
          <p:nvPr/>
        </p:nvSpPr>
        <p:spPr>
          <a:xfrm>
            <a:off x="1836420" y="1645920"/>
            <a:ext cx="868680" cy="86868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TextBox 7"/>
          <p:cNvSpPr txBox="1"/>
          <p:nvPr/>
        </p:nvSpPr>
        <p:spPr>
          <a:xfrm>
            <a:off x="1836420" y="1847088"/>
            <a:ext cx="868680" cy="457200"/>
          </a:xfrm>
          <a:prstGeom prst="rect">
            <a:avLst/>
          </a:prstGeom>
          <a:noFill/>
        </p:spPr>
        <p:txBody>
          <a:bodyPr wrap="square" tIns="0" bIns="0" lIns="45720" rIns="45720"/>
          <a:lstStyle/>
          <a:p>
            <a:pPr algn="ctr">
              <a:spcBef>
                <a:spcPts val="0"/>
              </a:spcBef>
              <a:spcAft>
                <a:spcPts val="0"/>
              </a:spcAft>
            </a:pPr>
            <a:r>
              <a:rPr sz="2200" b="1">
                <a:solidFill>
                  <a:srgbClr val="FFFFFF"/>
                </a:solidFill>
                <a:latin typeface="Inter"/>
              </a:rPr>
              <a:t>I</a:t>
            </a:r>
          </a:p>
        </p:txBody>
      </p:sp>
      <p:sp>
        <p:nvSpPr>
          <p:cNvPr id="672" name="TextBox 8"/>
          <p:cNvSpPr txBox="1"/>
          <p:nvPr/>
        </p:nvSpPr>
        <p:spPr>
          <a:xfrm>
            <a:off x="594360" y="2606040"/>
            <a:ext cx="3352800" cy="36576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It did not fire</a:t>
            </a:r>
          </a:p>
        </p:txBody>
      </p:sp>
      <p:sp>
        <p:nvSpPr>
          <p:cNvPr id="673" name="TextBox 9"/>
          <p:cNvSpPr txBox="1"/>
          <p:nvPr/>
        </p:nvSpPr>
        <p:spPr>
          <a:xfrm>
            <a:off x="640080" y="3063240"/>
            <a:ext cx="3261360" cy="128016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A description problem. Measure trigger rate over repeated runs, and include queries that should not fire it.</a:t>
            </a:r>
          </a:p>
        </p:txBody>
      </p:sp>
      <p:sp>
        <p:nvSpPr>
          <p:cNvPr id="674" name="Rounded Rectangle 10"/>
          <p:cNvSpPr/>
          <p:nvPr/>
        </p:nvSpPr>
        <p:spPr>
          <a:xfrm>
            <a:off x="640080" y="4434840"/>
            <a:ext cx="32613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TextBox 11"/>
          <p:cNvSpPr txBox="1"/>
          <p:nvPr/>
        </p:nvSpPr>
        <p:spPr>
          <a:xfrm>
            <a:off x="640080" y="4453128"/>
            <a:ext cx="32613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ROUTING</a:t>
            </a:r>
          </a:p>
        </p:txBody>
      </p:sp>
      <p:sp>
        <p:nvSpPr>
          <p:cNvPr id="676" name="Rounded Rectangle 12"/>
          <p:cNvSpPr/>
          <p:nvPr/>
        </p:nvSpPr>
        <p:spPr>
          <a:xfrm>
            <a:off x="4303776" y="1408176"/>
            <a:ext cx="3627120" cy="3474720"/>
          </a:xfrm>
          <a:prstGeom prst="roundRect">
            <a:avLst>
              <a:gd name="adj" fmla="val 5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Rounded Rectangle 13"/>
          <p:cNvSpPr/>
          <p:nvPr/>
        </p:nvSpPr>
        <p:spPr>
          <a:xfrm>
            <a:off x="4267200" y="1371600"/>
            <a:ext cx="362712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14"/>
          <p:cNvSpPr/>
          <p:nvPr/>
        </p:nvSpPr>
        <p:spPr>
          <a:xfrm>
            <a:off x="5646420" y="1645920"/>
            <a:ext cx="868680" cy="868680"/>
          </a:xfrm>
          <a:prstGeom prst="ellipse">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TextBox 15"/>
          <p:cNvSpPr txBox="1"/>
          <p:nvPr/>
        </p:nvSpPr>
        <p:spPr>
          <a:xfrm>
            <a:off x="5646420" y="1847088"/>
            <a:ext cx="868680" cy="457200"/>
          </a:xfrm>
          <a:prstGeom prst="rect">
            <a:avLst/>
          </a:prstGeom>
          <a:noFill/>
        </p:spPr>
        <p:txBody>
          <a:bodyPr wrap="square" tIns="0" bIns="0" lIns="45720" rIns="45720"/>
          <a:lstStyle/>
          <a:p>
            <a:pPr algn="ctr">
              <a:spcBef>
                <a:spcPts val="0"/>
              </a:spcBef>
              <a:spcAft>
                <a:spcPts val="0"/>
              </a:spcAft>
            </a:pPr>
            <a:r>
              <a:rPr sz="2200" b="1">
                <a:solidFill>
                  <a:srgbClr val="FFFFFF"/>
                </a:solidFill>
                <a:latin typeface="Inter"/>
              </a:rPr>
              <a:t>I</a:t>
            </a:r>
          </a:p>
        </p:txBody>
      </p:sp>
      <p:sp>
        <p:nvSpPr>
          <p:cNvPr id="680" name="TextBox 16"/>
          <p:cNvSpPr txBox="1"/>
          <p:nvPr/>
        </p:nvSpPr>
        <p:spPr>
          <a:xfrm>
            <a:off x="4404360" y="2606040"/>
            <a:ext cx="3352800" cy="36576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It fired and did the wrong thing</a:t>
            </a:r>
          </a:p>
        </p:txBody>
      </p:sp>
      <p:sp>
        <p:nvSpPr>
          <p:cNvPr id="681" name="TextBox 17"/>
          <p:cNvSpPr txBox="1"/>
          <p:nvPr/>
        </p:nvSpPr>
        <p:spPr>
          <a:xfrm>
            <a:off x="4450080" y="3063240"/>
            <a:ext cx="3261360" cy="128016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Assert things a script could check: file at path, sections present, steps executed in the stated order.</a:t>
            </a:r>
          </a:p>
        </p:txBody>
      </p:sp>
      <p:sp>
        <p:nvSpPr>
          <p:cNvPr id="682" name="Rounded Rectangle 18"/>
          <p:cNvSpPr/>
          <p:nvPr/>
        </p:nvSpPr>
        <p:spPr>
          <a:xfrm>
            <a:off x="4450080" y="4434840"/>
            <a:ext cx="32613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TextBox 19"/>
          <p:cNvSpPr txBox="1"/>
          <p:nvPr/>
        </p:nvSpPr>
        <p:spPr>
          <a:xfrm>
            <a:off x="4450080" y="4453128"/>
            <a:ext cx="32613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BEHAVIOUR</a:t>
            </a:r>
          </a:p>
        </p:txBody>
      </p:sp>
      <p:sp>
        <p:nvSpPr>
          <p:cNvPr id="684" name="Rounded Rectangle 20"/>
          <p:cNvSpPr/>
          <p:nvPr/>
        </p:nvSpPr>
        <p:spPr>
          <a:xfrm>
            <a:off x="8113776" y="1408176"/>
            <a:ext cx="3627120" cy="3474720"/>
          </a:xfrm>
          <a:prstGeom prst="roundRect">
            <a:avLst>
              <a:gd name="adj" fmla="val 5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Rounded Rectangle 21"/>
          <p:cNvSpPr/>
          <p:nvPr/>
        </p:nvSpPr>
        <p:spPr>
          <a:xfrm>
            <a:off x="8077200" y="1371600"/>
            <a:ext cx="362712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22"/>
          <p:cNvSpPr/>
          <p:nvPr/>
        </p:nvSpPr>
        <p:spPr>
          <a:xfrm>
            <a:off x="9456420" y="1645920"/>
            <a:ext cx="868680" cy="868680"/>
          </a:xfrm>
          <a:prstGeom prst="ellipse">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TextBox 23"/>
          <p:cNvSpPr txBox="1"/>
          <p:nvPr/>
        </p:nvSpPr>
        <p:spPr>
          <a:xfrm>
            <a:off x="9456420" y="1847088"/>
            <a:ext cx="868680" cy="457200"/>
          </a:xfrm>
          <a:prstGeom prst="rect">
            <a:avLst/>
          </a:prstGeom>
          <a:noFill/>
        </p:spPr>
        <p:txBody>
          <a:bodyPr wrap="square" tIns="0" bIns="0" lIns="45720" rIns="45720"/>
          <a:lstStyle/>
          <a:p>
            <a:pPr algn="ctr">
              <a:spcBef>
                <a:spcPts val="0"/>
              </a:spcBef>
              <a:spcAft>
                <a:spcPts val="0"/>
              </a:spcAft>
            </a:pPr>
            <a:r>
              <a:rPr sz="2200" b="1">
                <a:solidFill>
                  <a:srgbClr val="FFFFFF"/>
                </a:solidFill>
                <a:latin typeface="Inter"/>
              </a:rPr>
              <a:t>I</a:t>
            </a:r>
          </a:p>
        </p:txBody>
      </p:sp>
      <p:sp>
        <p:nvSpPr>
          <p:cNvPr id="688" name="TextBox 24"/>
          <p:cNvSpPr txBox="1"/>
          <p:nvPr/>
        </p:nvSpPr>
        <p:spPr>
          <a:xfrm>
            <a:off x="8214360" y="2606040"/>
            <a:ext cx="3352800" cy="36576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It fired and cost too much</a:t>
            </a:r>
          </a:p>
        </p:txBody>
      </p:sp>
      <p:sp>
        <p:nvSpPr>
          <p:cNvPr id="689" name="TextBox 25"/>
          <p:cNvSpPr txBox="1"/>
          <p:nvPr/>
        </p:nvSpPr>
        <p:spPr>
          <a:xfrm>
            <a:off x="8260080" y="3063240"/>
            <a:ext cx="3261360" cy="1280160"/>
          </a:xfrm>
          <a:prstGeom prst="rect">
            <a:avLst/>
          </a:prstGeom>
          <a:noFill/>
        </p:spPr>
        <p:txBody>
          <a:bodyPr wrap="square" tIns="0" bIns="0" lIns="45720" rIns="45720"/>
          <a:lstStyle/>
          <a:p>
            <a:pPr algn="l">
              <a:spcBef>
                <a:spcPts val="0"/>
              </a:spcBef>
              <a:spcAft>
                <a:spcPts val="0"/>
              </a:spcAft>
            </a:pPr>
            <a:r>
              <a:rPr sz="1100" b="0">
                <a:solidFill>
                  <a:srgbClr val="4D4D4D"/>
                </a:solidFill>
                <a:latin typeface="Inter"/>
              </a:rPr>
              <a:t>Compare tokens and duration against a baseline run with the skill disabled. Value is the delta.</a:t>
            </a:r>
          </a:p>
        </p:txBody>
      </p:sp>
      <p:sp>
        <p:nvSpPr>
          <p:cNvPr id="690" name="Rounded Rectangle 26"/>
          <p:cNvSpPr/>
          <p:nvPr/>
        </p:nvSpPr>
        <p:spPr>
          <a:xfrm>
            <a:off x="8260080" y="4434840"/>
            <a:ext cx="3261360" cy="256032"/>
          </a:xfrm>
          <a:prstGeom prst="roundRect">
            <a:avLst>
              <a:gd name="adj" fmla="val 15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TextBox 27"/>
          <p:cNvSpPr txBox="1"/>
          <p:nvPr/>
        </p:nvSpPr>
        <p:spPr>
          <a:xfrm>
            <a:off x="8260080" y="4453128"/>
            <a:ext cx="3261360" cy="219456"/>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ECONOMY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692" name=""/>
        <p:cNvGrpSpPr/>
        <p:nvPr/>
      </p:nvGrpSpPr>
      <p:grpSpPr/>
      <p:sp>
        <p:nvSpPr>
          <p:cNvPr id="693" name="Title 1"/>
          <p:cNvSpPr>
            <a:spLocks noGrp="1"/>
          </p:cNvSpPr>
          <p:nvPr>
            <p:ph type="title"/>
          </p:nvPr>
        </p:nvSpPr>
        <p:spPr/>
        <p:txBody>
          <a:bodyPr>
            <a:normAutofit/>
          </a:bodyPr>
          <a:lstStyle/>
          <a:p>
            <a:r>
              <a:rPr lang="en-US" dirty="0" sz="2000">
                <a:latin typeface="Inter"/>
              </a:rPr>
              <a:t>A credible evaluation loop, in five steps</a:t>
            </a:r>
          </a:p>
        </p:txBody>
      </p:sp>
      <p:sp>
        <p:nvSpPr>
          <p:cNvPr id="694" name="Content Placeholder 2"/>
          <p:cNvSpPr>
            <a:spLocks noGrp="1"/>
          </p:cNvSpPr>
          <p:nvPr>
            <p:ph idx="13"/>
          </p:nvPr>
        </p:nvSpPr>
        <p:spPr/>
        <p:txBody>
          <a:bodyPr/>
          <a:lstStyle/>
          <a:p>
            <a:r>
              <a:rPr lang="en-US" dirty="0">
                <a:latin typeface="Inter"/>
                <a:solidFill>
                  <a:srgbClr val="4D4D4D"/>
                </a:solidFill>
              </a:rPr>
              <a:t>Evaluate, secure, ship</a:t>
            </a:r>
          </a:p>
        </p:txBody>
      </p:sp>
      <p:sp>
        <p:nvSpPr>
          <p:cNvPr id="695"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696" name="Oval 4"/>
          <p:cNvSpPr/>
          <p:nvPr/>
        </p:nvSpPr>
        <p:spPr>
          <a:xfrm>
            <a:off x="731520" y="1943100"/>
            <a:ext cx="365760" cy="36576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TextBox 5"/>
          <p:cNvSpPr txBox="1"/>
          <p:nvPr/>
        </p:nvSpPr>
        <p:spPr>
          <a:xfrm>
            <a:off x="731520" y="1988820"/>
            <a:ext cx="365760" cy="27432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1</a:t>
            </a:r>
          </a:p>
        </p:txBody>
      </p:sp>
      <p:sp>
        <p:nvSpPr>
          <p:cNvPr id="698" name="Rectangle 6"/>
          <p:cNvSpPr/>
          <p:nvPr/>
        </p:nvSpPr>
        <p:spPr>
          <a:xfrm>
            <a:off x="896112" y="2308860"/>
            <a:ext cx="36576"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Rounded Rectangle 7"/>
          <p:cNvSpPr/>
          <p:nvPr/>
        </p:nvSpPr>
        <p:spPr>
          <a:xfrm>
            <a:off x="1280160" y="1805940"/>
            <a:ext cx="7772400" cy="685800"/>
          </a:xfrm>
          <a:prstGeom prst="roundRect">
            <a:avLst>
              <a:gd name="adj" fmla="val 4000"/>
            </a:avLst>
          </a:prstGeom>
          <a:solidFill>
            <a:srgbClr val="FFFFFF"/>
          </a:solidFill>
          <a:ln w="25400">
            <a:solidFill>
              <a:srgbClr val="1A3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Rectangle 8"/>
          <p:cNvSpPr/>
          <p:nvPr/>
        </p:nvSpPr>
        <p:spPr>
          <a:xfrm>
            <a:off x="1280160" y="1805940"/>
            <a:ext cx="7772400" cy="3810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TextBox 9"/>
          <p:cNvSpPr txBox="1"/>
          <p:nvPr/>
        </p:nvSpPr>
        <p:spPr>
          <a:xfrm>
            <a:off x="1463040" y="1879092"/>
            <a:ext cx="7406640" cy="27432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Write the eval set</a:t>
            </a:r>
          </a:p>
        </p:txBody>
      </p:sp>
      <p:sp>
        <p:nvSpPr>
          <p:cNvPr id="702" name="TextBox 10"/>
          <p:cNvSpPr txBox="1"/>
          <p:nvPr/>
        </p:nvSpPr>
        <p:spPr>
          <a:xfrm>
            <a:off x="1463040" y="2171700"/>
            <a:ext cx="7406640" cy="2743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Should-fire and should-not-fire queries, plus objectively checkable behavioural assertions.</a:t>
            </a:r>
          </a:p>
        </p:txBody>
      </p:sp>
      <p:sp>
        <p:nvSpPr>
          <p:cNvPr id="703" name="Rounded Rectangle 11"/>
          <p:cNvSpPr/>
          <p:nvPr/>
        </p:nvSpPr>
        <p:spPr>
          <a:xfrm>
            <a:off x="9326880" y="1943100"/>
            <a:ext cx="2194560" cy="365760"/>
          </a:xfrm>
          <a:prstGeom prst="roundRect">
            <a:avLst>
              <a:gd name="adj" fmla="val 10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TextBox 12"/>
          <p:cNvSpPr txBox="1"/>
          <p:nvPr/>
        </p:nvSpPr>
        <p:spPr>
          <a:xfrm>
            <a:off x="9326880" y="1988820"/>
            <a:ext cx="2194560" cy="274320"/>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once</a:t>
            </a:r>
          </a:p>
        </p:txBody>
      </p:sp>
      <p:sp>
        <p:nvSpPr>
          <p:cNvPr id="705" name="Oval 13"/>
          <p:cNvSpPr/>
          <p:nvPr/>
        </p:nvSpPr>
        <p:spPr>
          <a:xfrm>
            <a:off x="731520" y="2766060"/>
            <a:ext cx="365760" cy="365760"/>
          </a:xfrm>
          <a:prstGeom prst="ellipse">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TextBox 14"/>
          <p:cNvSpPr txBox="1"/>
          <p:nvPr/>
        </p:nvSpPr>
        <p:spPr>
          <a:xfrm>
            <a:off x="731520" y="2811780"/>
            <a:ext cx="365760" cy="27432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2</a:t>
            </a:r>
          </a:p>
        </p:txBody>
      </p:sp>
      <p:sp>
        <p:nvSpPr>
          <p:cNvPr id="707" name="Rectangle 15"/>
          <p:cNvSpPr/>
          <p:nvPr/>
        </p:nvSpPr>
        <p:spPr>
          <a:xfrm>
            <a:off x="896112" y="3131820"/>
            <a:ext cx="36576"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Rounded Rectangle 16"/>
          <p:cNvSpPr/>
          <p:nvPr/>
        </p:nvSpPr>
        <p:spPr>
          <a:xfrm>
            <a:off x="1280160" y="2628900"/>
            <a:ext cx="7772400" cy="685800"/>
          </a:xfrm>
          <a:prstGeom prst="roundRect">
            <a:avLst>
              <a:gd name="adj" fmla="val 4000"/>
            </a:avLst>
          </a:prstGeom>
          <a:solidFill>
            <a:srgbClr val="FFFFFF"/>
          </a:solidFill>
          <a:ln w="25400">
            <a:solidFill>
              <a:srgbClr val="00A7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Rectangle 17"/>
          <p:cNvSpPr/>
          <p:nvPr/>
        </p:nvSpPr>
        <p:spPr>
          <a:xfrm>
            <a:off x="1280160" y="2628900"/>
            <a:ext cx="7772400" cy="38100"/>
          </a:xfrm>
          <a:prstGeom prst="rect">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TextBox 18"/>
          <p:cNvSpPr txBox="1"/>
          <p:nvPr/>
        </p:nvSpPr>
        <p:spPr>
          <a:xfrm>
            <a:off x="1463040" y="2702052"/>
            <a:ext cx="7406640" cy="274320"/>
          </a:xfrm>
          <a:prstGeom prst="rect">
            <a:avLst/>
          </a:prstGeom>
          <a:noFill/>
        </p:spPr>
        <p:txBody>
          <a:bodyPr wrap="square" tIns="0" bIns="0" lIns="45720" rIns="45720"/>
          <a:lstStyle/>
          <a:p>
            <a:pPr algn="l">
              <a:spcBef>
                <a:spcPts val="0"/>
              </a:spcBef>
              <a:spcAft>
                <a:spcPts val="0"/>
              </a:spcAft>
            </a:pPr>
            <a:r>
              <a:rPr sz="1200" b="1">
                <a:solidFill>
                  <a:srgbClr val="00A798"/>
                </a:solidFill>
                <a:latin typeface="Inter"/>
              </a:rPr>
              <a:t>Run with the skill</a:t>
            </a:r>
          </a:p>
        </p:txBody>
      </p:sp>
      <p:sp>
        <p:nvSpPr>
          <p:cNvPr id="711" name="TextBox 19"/>
          <p:cNvSpPr txBox="1"/>
          <p:nvPr/>
        </p:nvSpPr>
        <p:spPr>
          <a:xfrm>
            <a:off x="1463040" y="2994660"/>
            <a:ext cx="7406640" cy="2743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Repeat every query at least three times, because triggering is stochastic.</a:t>
            </a:r>
          </a:p>
        </p:txBody>
      </p:sp>
      <p:sp>
        <p:nvSpPr>
          <p:cNvPr id="712" name="Rounded Rectangle 20"/>
          <p:cNvSpPr/>
          <p:nvPr/>
        </p:nvSpPr>
        <p:spPr>
          <a:xfrm>
            <a:off x="9326880" y="2766060"/>
            <a:ext cx="2194560" cy="365760"/>
          </a:xfrm>
          <a:prstGeom prst="roundRect">
            <a:avLst>
              <a:gd name="adj" fmla="val 10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TextBox 21"/>
          <p:cNvSpPr txBox="1"/>
          <p:nvPr/>
        </p:nvSpPr>
        <p:spPr>
          <a:xfrm>
            <a:off x="9326880" y="2811780"/>
            <a:ext cx="2194560" cy="274320"/>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x3</a:t>
            </a:r>
          </a:p>
        </p:txBody>
      </p:sp>
      <p:sp>
        <p:nvSpPr>
          <p:cNvPr id="714" name="Oval 22"/>
          <p:cNvSpPr/>
          <p:nvPr/>
        </p:nvSpPr>
        <p:spPr>
          <a:xfrm>
            <a:off x="731520" y="3589020"/>
            <a:ext cx="365760" cy="365760"/>
          </a:xfrm>
          <a:prstGeom prst="ellipse">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TextBox 23"/>
          <p:cNvSpPr txBox="1"/>
          <p:nvPr/>
        </p:nvSpPr>
        <p:spPr>
          <a:xfrm>
            <a:off x="731520" y="3634740"/>
            <a:ext cx="365760" cy="27432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3</a:t>
            </a:r>
          </a:p>
        </p:txBody>
      </p:sp>
      <p:sp>
        <p:nvSpPr>
          <p:cNvPr id="716" name="Rectangle 24"/>
          <p:cNvSpPr/>
          <p:nvPr/>
        </p:nvSpPr>
        <p:spPr>
          <a:xfrm>
            <a:off x="896112" y="3954780"/>
            <a:ext cx="36576"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Rounded Rectangle 25"/>
          <p:cNvSpPr/>
          <p:nvPr/>
        </p:nvSpPr>
        <p:spPr>
          <a:xfrm>
            <a:off x="1280160" y="3451860"/>
            <a:ext cx="7772400" cy="685800"/>
          </a:xfrm>
          <a:prstGeom prst="roundRect">
            <a:avLst>
              <a:gd name="adj" fmla="val 4000"/>
            </a:avLst>
          </a:prstGeom>
          <a:solidFill>
            <a:srgbClr val="FFFFFF"/>
          </a:solidFill>
          <a:ln w="25400">
            <a:solidFill>
              <a:srgbClr val="062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Rectangle 26"/>
          <p:cNvSpPr/>
          <p:nvPr/>
        </p:nvSpPr>
        <p:spPr>
          <a:xfrm>
            <a:off x="1280160" y="3451860"/>
            <a:ext cx="7772400" cy="3810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TextBox 27"/>
          <p:cNvSpPr txBox="1"/>
          <p:nvPr/>
        </p:nvSpPr>
        <p:spPr>
          <a:xfrm>
            <a:off x="1463040" y="3525012"/>
            <a:ext cx="7406640" cy="274320"/>
          </a:xfrm>
          <a:prstGeom prst="rect">
            <a:avLst/>
          </a:prstGeom>
          <a:noFill/>
        </p:spPr>
        <p:txBody>
          <a:bodyPr wrap="square" tIns="0" bIns="0" lIns="45720" rIns="45720"/>
          <a:lstStyle/>
          <a:p>
            <a:pPr algn="l">
              <a:spcBef>
                <a:spcPts val="0"/>
              </a:spcBef>
              <a:spcAft>
                <a:spcPts val="0"/>
              </a:spcAft>
            </a:pPr>
            <a:r>
              <a:rPr sz="1200" b="1">
                <a:solidFill>
                  <a:srgbClr val="0626A9"/>
                </a:solidFill>
                <a:latin typeface="Inter"/>
              </a:rPr>
              <a:t>Run the baseline</a:t>
            </a:r>
          </a:p>
        </p:txBody>
      </p:sp>
      <p:sp>
        <p:nvSpPr>
          <p:cNvPr id="720" name="TextBox 28"/>
          <p:cNvSpPr txBox="1"/>
          <p:nvPr/>
        </p:nvSpPr>
        <p:spPr>
          <a:xfrm>
            <a:off x="1463040" y="3817620"/>
            <a:ext cx="7406640" cy="2743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The same queries with the skill disabled. Without this you are measuring the model, not the skill.</a:t>
            </a:r>
          </a:p>
        </p:txBody>
      </p:sp>
      <p:sp>
        <p:nvSpPr>
          <p:cNvPr id="721" name="Rounded Rectangle 29"/>
          <p:cNvSpPr/>
          <p:nvPr/>
        </p:nvSpPr>
        <p:spPr>
          <a:xfrm>
            <a:off x="9326880" y="3589020"/>
            <a:ext cx="2194560" cy="365760"/>
          </a:xfrm>
          <a:prstGeom prst="roundRect">
            <a:avLst>
              <a:gd name="adj" fmla="val 10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TextBox 30"/>
          <p:cNvSpPr txBox="1"/>
          <p:nvPr/>
        </p:nvSpPr>
        <p:spPr>
          <a:xfrm>
            <a:off x="9326880" y="3634740"/>
            <a:ext cx="2194560" cy="274320"/>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x3</a:t>
            </a:r>
          </a:p>
        </p:txBody>
      </p:sp>
      <p:sp>
        <p:nvSpPr>
          <p:cNvPr id="723" name="Oval 31"/>
          <p:cNvSpPr/>
          <p:nvPr/>
        </p:nvSpPr>
        <p:spPr>
          <a:xfrm>
            <a:off x="731520" y="4411980"/>
            <a:ext cx="365760" cy="36576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TextBox 32"/>
          <p:cNvSpPr txBox="1"/>
          <p:nvPr/>
        </p:nvSpPr>
        <p:spPr>
          <a:xfrm>
            <a:off x="731520" y="4457700"/>
            <a:ext cx="365760" cy="27432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4</a:t>
            </a:r>
          </a:p>
        </p:txBody>
      </p:sp>
      <p:sp>
        <p:nvSpPr>
          <p:cNvPr id="725" name="Rectangle 33"/>
          <p:cNvSpPr/>
          <p:nvPr/>
        </p:nvSpPr>
        <p:spPr>
          <a:xfrm>
            <a:off x="896112" y="4777740"/>
            <a:ext cx="36576"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Rounded Rectangle 34"/>
          <p:cNvSpPr/>
          <p:nvPr/>
        </p:nvSpPr>
        <p:spPr>
          <a:xfrm>
            <a:off x="1280160" y="4274820"/>
            <a:ext cx="7772400" cy="685800"/>
          </a:xfrm>
          <a:prstGeom prst="roundRect">
            <a:avLst>
              <a:gd name="adj" fmla="val 4000"/>
            </a:avLst>
          </a:prstGeom>
          <a:solidFill>
            <a:srgbClr val="FFFFFF"/>
          </a:solidFill>
          <a:ln w="25400">
            <a:solidFill>
              <a:srgbClr val="118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Rectangle 35"/>
          <p:cNvSpPr/>
          <p:nvPr/>
        </p:nvSpPr>
        <p:spPr>
          <a:xfrm>
            <a:off x="1280160" y="4274820"/>
            <a:ext cx="7772400" cy="38100"/>
          </a:xfrm>
          <a:prstGeom prst="rect">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TextBox 36"/>
          <p:cNvSpPr txBox="1"/>
          <p:nvPr/>
        </p:nvSpPr>
        <p:spPr>
          <a:xfrm>
            <a:off x="1463040" y="4347972"/>
            <a:ext cx="7406640" cy="274320"/>
          </a:xfrm>
          <a:prstGeom prst="rect">
            <a:avLst/>
          </a:prstGeom>
          <a:noFill/>
        </p:spPr>
        <p:txBody>
          <a:bodyPr wrap="square" tIns="0" bIns="0" lIns="45720" rIns="45720"/>
          <a:lstStyle/>
          <a:p>
            <a:pPr algn="l">
              <a:spcBef>
                <a:spcPts val="0"/>
              </a:spcBef>
              <a:spcAft>
                <a:spcPts val="0"/>
              </a:spcAft>
            </a:pPr>
            <a:r>
              <a:rPr sz="1200" b="1">
                <a:solidFill>
                  <a:srgbClr val="118A5E"/>
                </a:solidFill>
                <a:latin typeface="Inter"/>
              </a:rPr>
              <a:t>Aggregate</a:t>
            </a:r>
          </a:p>
        </p:txBody>
      </p:sp>
      <p:sp>
        <p:nvSpPr>
          <p:cNvPr id="729" name="TextBox 37"/>
          <p:cNvSpPr txBox="1"/>
          <p:nvPr/>
        </p:nvSpPr>
        <p:spPr>
          <a:xfrm>
            <a:off x="1463040" y="4640580"/>
            <a:ext cx="7406640" cy="2743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Pass rate, tokens and duration as means with standard deviations, and the delta against the last iteration.</a:t>
            </a:r>
          </a:p>
        </p:txBody>
      </p:sp>
      <p:sp>
        <p:nvSpPr>
          <p:cNvPr id="730" name="Rounded Rectangle 38"/>
          <p:cNvSpPr/>
          <p:nvPr/>
        </p:nvSpPr>
        <p:spPr>
          <a:xfrm>
            <a:off x="9326880" y="4411980"/>
            <a:ext cx="2194560" cy="365760"/>
          </a:xfrm>
          <a:prstGeom prst="roundRect">
            <a:avLst>
              <a:gd name="adj" fmla="val 10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TextBox 39"/>
          <p:cNvSpPr txBox="1"/>
          <p:nvPr/>
        </p:nvSpPr>
        <p:spPr>
          <a:xfrm>
            <a:off x="9326880" y="4457700"/>
            <a:ext cx="2194560" cy="274320"/>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per run</a:t>
            </a:r>
          </a:p>
        </p:txBody>
      </p:sp>
      <p:sp>
        <p:nvSpPr>
          <p:cNvPr id="732" name="Oval 40"/>
          <p:cNvSpPr/>
          <p:nvPr/>
        </p:nvSpPr>
        <p:spPr>
          <a:xfrm>
            <a:off x="731520" y="5234940"/>
            <a:ext cx="365760" cy="365760"/>
          </a:xfrm>
          <a:prstGeom prst="ellipse">
            <a:avLst/>
          </a:prstGeom>
          <a:solidFill>
            <a:srgbClr val="718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TextBox 41"/>
          <p:cNvSpPr txBox="1"/>
          <p:nvPr/>
        </p:nvSpPr>
        <p:spPr>
          <a:xfrm>
            <a:off x="731520" y="5280660"/>
            <a:ext cx="365760" cy="274320"/>
          </a:xfrm>
          <a:prstGeom prst="rect">
            <a:avLst/>
          </a:prstGeom>
          <a:noFill/>
        </p:spPr>
        <p:txBody>
          <a:bodyPr wrap="square" tIns="0" bIns="0" lIns="45720" rIns="45720"/>
          <a:lstStyle/>
          <a:p>
            <a:pPr algn="ctr">
              <a:spcBef>
                <a:spcPts val="0"/>
              </a:spcBef>
              <a:spcAft>
                <a:spcPts val="0"/>
              </a:spcAft>
            </a:pPr>
            <a:r>
              <a:rPr sz="1200" b="1">
                <a:solidFill>
                  <a:srgbClr val="FFFFFF"/>
                </a:solidFill>
                <a:latin typeface="Inter"/>
              </a:rPr>
              <a:t>5</a:t>
            </a:r>
          </a:p>
        </p:txBody>
      </p:sp>
      <p:sp>
        <p:nvSpPr>
          <p:cNvPr id="734" name="Rounded Rectangle 42"/>
          <p:cNvSpPr/>
          <p:nvPr/>
        </p:nvSpPr>
        <p:spPr>
          <a:xfrm>
            <a:off x="1280160" y="5097780"/>
            <a:ext cx="7772400" cy="685800"/>
          </a:xfrm>
          <a:prstGeom prst="roundRect">
            <a:avLst>
              <a:gd name="adj" fmla="val 4000"/>
            </a:avLst>
          </a:prstGeom>
          <a:solidFill>
            <a:srgbClr val="FFFFFF"/>
          </a:solidFill>
          <a:ln w="25400">
            <a:solidFill>
              <a:srgbClr val="718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Rectangle 43"/>
          <p:cNvSpPr/>
          <p:nvPr/>
        </p:nvSpPr>
        <p:spPr>
          <a:xfrm>
            <a:off x="1280160" y="5097780"/>
            <a:ext cx="7772400" cy="38100"/>
          </a:xfrm>
          <a:prstGeom prst="rect">
            <a:avLst/>
          </a:prstGeom>
          <a:solidFill>
            <a:srgbClr val="718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TextBox 44"/>
          <p:cNvSpPr txBox="1"/>
          <p:nvPr/>
        </p:nvSpPr>
        <p:spPr>
          <a:xfrm>
            <a:off x="1463040" y="5170932"/>
            <a:ext cx="7406640" cy="274320"/>
          </a:xfrm>
          <a:prstGeom prst="rect">
            <a:avLst/>
          </a:prstGeom>
          <a:noFill/>
        </p:spPr>
        <p:txBody>
          <a:bodyPr wrap="square" tIns="0" bIns="0" lIns="45720" rIns="45720"/>
          <a:lstStyle/>
          <a:p>
            <a:pPr algn="l">
              <a:spcBef>
                <a:spcPts val="0"/>
              </a:spcBef>
              <a:spcAft>
                <a:spcPts val="0"/>
              </a:spcAft>
            </a:pPr>
            <a:r>
              <a:rPr sz="1200" b="1">
                <a:solidFill>
                  <a:srgbClr val="7188EF"/>
                </a:solidFill>
                <a:latin typeface="Inter"/>
              </a:rPr>
              <a:t>Close the gates</a:t>
            </a:r>
          </a:p>
        </p:txBody>
      </p:sp>
      <p:sp>
        <p:nvSpPr>
          <p:cNvPr id="737" name="TextBox 45"/>
          <p:cNvSpPr txBox="1"/>
          <p:nvPr/>
        </p:nvSpPr>
        <p:spPr>
          <a:xfrm>
            <a:off x="1463040" y="5463540"/>
            <a:ext cx="7406640" cy="27432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Human review, then a pass on every model you deploy on. Regression-test consistency of structure.</a:t>
            </a:r>
          </a:p>
        </p:txBody>
      </p:sp>
      <p:sp>
        <p:nvSpPr>
          <p:cNvPr id="738" name="Rounded Rectangle 46"/>
          <p:cNvSpPr/>
          <p:nvPr/>
        </p:nvSpPr>
        <p:spPr>
          <a:xfrm>
            <a:off x="9326880" y="5234940"/>
            <a:ext cx="2194560" cy="365760"/>
          </a:xfrm>
          <a:prstGeom prst="roundRect">
            <a:avLst>
              <a:gd name="adj" fmla="val 10000"/>
            </a:avLst>
          </a:prstGeom>
          <a:solidFill>
            <a:srgbClr val="F4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TextBox 47"/>
          <p:cNvSpPr txBox="1"/>
          <p:nvPr/>
        </p:nvSpPr>
        <p:spPr>
          <a:xfrm>
            <a:off x="9326880" y="5280660"/>
            <a:ext cx="2194560" cy="274320"/>
          </a:xfrm>
          <a:prstGeom prst="rect">
            <a:avLst/>
          </a:prstGeom>
          <a:noFill/>
        </p:spPr>
        <p:txBody>
          <a:bodyPr wrap="square" tIns="0" bIns="0" lIns="45720" rIns="45720"/>
          <a:lstStyle/>
          <a:p>
            <a:pPr algn="ctr">
              <a:spcBef>
                <a:spcPts val="0"/>
              </a:spcBef>
              <a:spcAft>
                <a:spcPts val="0"/>
              </a:spcAft>
            </a:pPr>
            <a:r>
              <a:rPr sz="1200" b="1">
                <a:solidFill>
                  <a:srgbClr val="0626A9"/>
                </a:solidFill>
                <a:latin typeface="Inter"/>
              </a:rPr>
              <a:t>before ship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740" name=""/>
        <p:cNvGrpSpPr/>
        <p:nvPr/>
      </p:nvGrpSpPr>
      <p:grpSpPr/>
      <p:sp>
        <p:nvSpPr>
          <p:cNvPr id="741" name="Title 1"/>
          <p:cNvSpPr>
            <a:spLocks noGrp="1"/>
          </p:cNvSpPr>
          <p:nvPr>
            <p:ph type="title"/>
          </p:nvPr>
        </p:nvSpPr>
        <p:spPr/>
        <p:txBody>
          <a:bodyPr>
            <a:normAutofit/>
          </a:bodyPr>
          <a:lstStyle/>
          <a:p>
            <a:r>
              <a:rPr lang="en-US" dirty="0" sz="2000">
                <a:latin typeface="Inter"/>
              </a:rPr>
              <a:t>SKILL.md is the least dangerous file in the folder</a:t>
            </a:r>
          </a:p>
        </p:txBody>
      </p:sp>
      <p:sp>
        <p:nvSpPr>
          <p:cNvPr id="742" name="Content Placeholder 2"/>
          <p:cNvSpPr>
            <a:spLocks noGrp="1"/>
          </p:cNvSpPr>
          <p:nvPr>
            <p:ph idx="13"/>
          </p:nvPr>
        </p:nvSpPr>
        <p:spPr/>
        <p:txBody>
          <a:bodyPr/>
          <a:lstStyle/>
          <a:p>
            <a:r>
              <a:rPr lang="en-US" dirty="0">
                <a:latin typeface="Inter"/>
                <a:solidFill>
                  <a:srgbClr val="4D4D4D"/>
                </a:solidFill>
              </a:rPr>
              <a:t>Evaluate, secure, ship</a:t>
            </a:r>
          </a:p>
        </p:txBody>
      </p:sp>
      <p:sp>
        <p:nvSpPr>
          <p:cNvPr id="743"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744" name="Rounded Rectangle 4"/>
          <p:cNvSpPr/>
          <p:nvPr/>
        </p:nvSpPr>
        <p:spPr>
          <a:xfrm>
            <a:off x="457200" y="2286000"/>
            <a:ext cx="11247120" cy="685800"/>
          </a:xfrm>
          <a:prstGeom prst="roundRect">
            <a:avLst>
              <a:gd name="adj" fmla="val 4000"/>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TextBox 5"/>
          <p:cNvSpPr txBox="1"/>
          <p:nvPr/>
        </p:nvSpPr>
        <p:spPr>
          <a:xfrm>
            <a:off x="731520" y="2377440"/>
            <a:ext cx="3570731" cy="22860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Description — everyone reads it</a:t>
            </a:r>
          </a:p>
        </p:txBody>
      </p:sp>
      <p:sp>
        <p:nvSpPr>
          <p:cNvPr id="746" name="TextBox 6"/>
          <p:cNvSpPr txBox="1"/>
          <p:nvPr/>
        </p:nvSpPr>
        <p:spPr>
          <a:xfrm>
            <a:off x="4393692" y="2377440"/>
            <a:ext cx="7036308" cy="457200"/>
          </a:xfrm>
          <a:prstGeom prst="rect">
            <a:avLst/>
          </a:prstGeom>
          <a:noFill/>
        </p:spPr>
        <p:txBody>
          <a:bodyPr wrap="square" tIns="0" bIns="0" lIns="45720" rIns="45720"/>
          <a:lstStyle/>
          <a:p>
            <a:pPr algn="l">
              <a:spcBef>
                <a:spcPts val="0"/>
              </a:spcBef>
              <a:spcAft>
                <a:spcPts val="0"/>
              </a:spcAft>
            </a:pPr>
            <a:r>
              <a:rPr sz="1200" b="0">
                <a:solidFill>
                  <a:srgbClr val="FFFFFF"/>
                </a:solidFill>
                <a:latin typeface="Inter"/>
              </a:rPr>
              <a:t>The only part shown in a settings list, and all most reviewers ever see.</a:t>
            </a:r>
          </a:p>
        </p:txBody>
      </p:sp>
      <p:sp>
        <p:nvSpPr>
          <p:cNvPr id="747" name="Rounded Rectangle 7"/>
          <p:cNvSpPr/>
          <p:nvPr/>
        </p:nvSpPr>
        <p:spPr>
          <a:xfrm>
            <a:off x="1216152" y="3063240"/>
            <a:ext cx="9729216" cy="685800"/>
          </a:xfrm>
          <a:prstGeom prst="roundRect">
            <a:avLst>
              <a:gd name="adj" fmla="val 4000"/>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TextBox 8"/>
          <p:cNvSpPr txBox="1"/>
          <p:nvPr/>
        </p:nvSpPr>
        <p:spPr>
          <a:xfrm>
            <a:off x="1490472" y="3154680"/>
            <a:ext cx="3039465" cy="22860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SKILL.md body — usually skimmed</a:t>
            </a:r>
          </a:p>
        </p:txBody>
      </p:sp>
      <p:sp>
        <p:nvSpPr>
          <p:cNvPr id="749" name="TextBox 9"/>
          <p:cNvSpPr txBox="1"/>
          <p:nvPr/>
        </p:nvSpPr>
        <p:spPr>
          <a:xfrm>
            <a:off x="4621377" y="3154680"/>
            <a:ext cx="6049670" cy="457200"/>
          </a:xfrm>
          <a:prstGeom prst="rect">
            <a:avLst/>
          </a:prstGeom>
          <a:noFill/>
        </p:spPr>
        <p:txBody>
          <a:bodyPr wrap="square" tIns="0" bIns="0" lIns="45720" rIns="45720"/>
          <a:lstStyle/>
          <a:p>
            <a:pPr algn="l">
              <a:spcBef>
                <a:spcPts val="0"/>
              </a:spcBef>
              <a:spcAft>
                <a:spcPts val="0"/>
              </a:spcAft>
            </a:pPr>
            <a:r>
              <a:rPr sz="1200" b="0">
                <a:solidFill>
                  <a:srgbClr val="FFFFFF"/>
                </a:solidFill>
                <a:latin typeface="Inter"/>
              </a:rPr>
              <a:t>May instruct the agent to read or execute anything further down.</a:t>
            </a:r>
          </a:p>
        </p:txBody>
      </p:sp>
      <p:sp>
        <p:nvSpPr>
          <p:cNvPr id="750" name="Rounded Rectangle 10"/>
          <p:cNvSpPr/>
          <p:nvPr/>
        </p:nvSpPr>
        <p:spPr>
          <a:xfrm>
            <a:off x="1975103" y="3840480"/>
            <a:ext cx="8211312" cy="685800"/>
          </a:xfrm>
          <a:prstGeom prst="roundRect">
            <a:avLst>
              <a:gd name="adj" fmla="val 4000"/>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TextBox 11"/>
          <p:cNvSpPr txBox="1"/>
          <p:nvPr/>
        </p:nvSpPr>
        <p:spPr>
          <a:xfrm>
            <a:off x="2249423" y="3931920"/>
            <a:ext cx="2508199" cy="22860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references/ and assets/ — read by the agent</a:t>
            </a:r>
          </a:p>
        </p:txBody>
      </p:sp>
      <p:sp>
        <p:nvSpPr>
          <p:cNvPr id="752" name="TextBox 12"/>
          <p:cNvSpPr txBox="1"/>
          <p:nvPr/>
        </p:nvSpPr>
        <p:spPr>
          <a:xfrm>
            <a:off x="4849063" y="3931920"/>
            <a:ext cx="5063032" cy="457200"/>
          </a:xfrm>
          <a:prstGeom prst="rect">
            <a:avLst/>
          </a:prstGeom>
          <a:noFill/>
        </p:spPr>
        <p:txBody>
          <a:bodyPr wrap="square" tIns="0" bIns="0" lIns="45720" rIns="45720"/>
          <a:lstStyle/>
          <a:p>
            <a:pPr algn="l">
              <a:spcBef>
                <a:spcPts val="0"/>
              </a:spcBef>
              <a:spcAft>
                <a:spcPts val="0"/>
              </a:spcAft>
            </a:pPr>
            <a:r>
              <a:rPr sz="1200" b="0">
                <a:solidFill>
                  <a:srgbClr val="FFFFFF"/>
                </a:solidFill>
                <a:latin typeface="Inter"/>
              </a:rPr>
              <a:t>Often by nobody else. Templates and images are content too.</a:t>
            </a:r>
          </a:p>
        </p:txBody>
      </p:sp>
      <p:sp>
        <p:nvSpPr>
          <p:cNvPr id="753" name="Rounded Rectangle 13"/>
          <p:cNvSpPr/>
          <p:nvPr/>
        </p:nvSpPr>
        <p:spPr>
          <a:xfrm>
            <a:off x="2734056" y="4617720"/>
            <a:ext cx="6693408" cy="685800"/>
          </a:xfrm>
          <a:prstGeom prst="roundRect">
            <a:avLst>
              <a:gd name="adj" fmla="val 4000"/>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TextBox 14"/>
          <p:cNvSpPr txBox="1"/>
          <p:nvPr/>
        </p:nvSpPr>
        <p:spPr>
          <a:xfrm>
            <a:off x="3008376" y="4709160"/>
            <a:ext cx="1976932" cy="228600"/>
          </a:xfrm>
          <a:prstGeom prst="rect">
            <a:avLst/>
          </a:prstGeom>
          <a:noFill/>
        </p:spPr>
        <p:txBody>
          <a:bodyPr wrap="square" tIns="0" bIns="0" lIns="45720" rIns="45720"/>
          <a:lstStyle/>
          <a:p>
            <a:pPr algn="l">
              <a:spcBef>
                <a:spcPts val="0"/>
              </a:spcBef>
              <a:spcAft>
                <a:spcPts val="0"/>
              </a:spcAft>
            </a:pPr>
            <a:r>
              <a:rPr sz="1200" b="1">
                <a:solidFill>
                  <a:srgbClr val="FFFFFF"/>
                </a:solidFill>
                <a:latin typeface="Inter"/>
              </a:rPr>
              <a:t>scripts/ — read by almost nobody</a:t>
            </a:r>
          </a:p>
        </p:txBody>
      </p:sp>
      <p:sp>
        <p:nvSpPr>
          <p:cNvPr id="755" name="TextBox 15"/>
          <p:cNvSpPr txBox="1"/>
          <p:nvPr/>
        </p:nvSpPr>
        <p:spPr>
          <a:xfrm>
            <a:off x="5076748" y="4709160"/>
            <a:ext cx="4076395" cy="457200"/>
          </a:xfrm>
          <a:prstGeom prst="rect">
            <a:avLst/>
          </a:prstGeom>
          <a:noFill/>
        </p:spPr>
        <p:txBody>
          <a:bodyPr wrap="square" tIns="0" bIns="0" lIns="45720" rIns="45720"/>
          <a:lstStyle/>
          <a:p>
            <a:pPr algn="l">
              <a:spcBef>
                <a:spcPts val="0"/>
              </a:spcBef>
              <a:spcAft>
                <a:spcPts val="0"/>
              </a:spcAft>
            </a:pPr>
            <a:r>
              <a:rPr sz="1200" b="0">
                <a:solidFill>
                  <a:srgbClr val="FFFFFF"/>
                </a:solidFill>
                <a:latin typeface="Inter"/>
              </a:rPr>
              <a:t>Executable code: what it runs, writes, and sends off the machine.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756" name=""/>
        <p:cNvGrpSpPr/>
        <p:nvPr/>
      </p:nvGrpSpPr>
      <p:grpSpPr/>
      <p:sp>
        <p:nvSpPr>
          <p:cNvPr id="757" name="Title 1"/>
          <p:cNvSpPr>
            <a:spLocks noGrp="1"/>
          </p:cNvSpPr>
          <p:nvPr>
            <p:ph type="title"/>
          </p:nvPr>
        </p:nvSpPr>
        <p:spPr/>
        <p:txBody>
          <a:bodyPr>
            <a:normAutofit/>
          </a:bodyPr>
          <a:lstStyle/>
          <a:p>
            <a:r>
              <a:rPr lang="en-US" dirty="0" sz="2000">
                <a:latin typeface="Inter"/>
              </a:rPr>
              <a:t>Ten minutes of audit, before you enable anything</a:t>
            </a:r>
          </a:p>
        </p:txBody>
      </p:sp>
      <p:sp>
        <p:nvSpPr>
          <p:cNvPr id="758" name="Content Placeholder 2"/>
          <p:cNvSpPr>
            <a:spLocks noGrp="1"/>
          </p:cNvSpPr>
          <p:nvPr>
            <p:ph idx="13"/>
          </p:nvPr>
        </p:nvSpPr>
        <p:spPr/>
        <p:txBody>
          <a:bodyPr/>
          <a:lstStyle/>
          <a:p>
            <a:r>
              <a:rPr lang="en-US" dirty="0">
                <a:latin typeface="Inter"/>
                <a:solidFill>
                  <a:srgbClr val="4D4D4D"/>
                </a:solidFill>
              </a:rPr>
              <a:t>Evaluate, secure, ship</a:t>
            </a:r>
          </a:p>
        </p:txBody>
      </p:sp>
      <p:sp>
        <p:nvSpPr>
          <p:cNvPr id="759"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760" name="Rounded Rectangle 4"/>
          <p:cNvSpPr/>
          <p:nvPr/>
        </p:nvSpPr>
        <p:spPr>
          <a:xfrm>
            <a:off x="457200" y="1188720"/>
            <a:ext cx="11247120" cy="792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5"/>
          <p:cNvSpPr/>
          <p:nvPr/>
        </p:nvSpPr>
        <p:spPr>
          <a:xfrm>
            <a:off x="731520" y="1493520"/>
            <a:ext cx="182880" cy="182880"/>
          </a:xfrm>
          <a:prstGeom prst="ellipse">
            <a:avLst/>
          </a:prstGeom>
          <a:solidFill>
            <a:srgbClr val="11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TextBox 6"/>
          <p:cNvSpPr txBox="1"/>
          <p:nvPr/>
        </p:nvSpPr>
        <p:spPr>
          <a:xfrm>
            <a:off x="1097280" y="126187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Source is trusted</a:t>
            </a:r>
          </a:p>
        </p:txBody>
      </p:sp>
      <p:sp>
        <p:nvSpPr>
          <p:cNvPr id="763" name="TextBox 7"/>
          <p:cNvSpPr txBox="1"/>
          <p:nvPr/>
        </p:nvSpPr>
        <p:spPr>
          <a:xfrm>
            <a:off x="4572000" y="126187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An internal registry, or a vendor repository you verified yourself</a:t>
            </a:r>
          </a:p>
        </p:txBody>
      </p:sp>
      <p:sp>
        <p:nvSpPr>
          <p:cNvPr id="764" name="Rounded Rectangle 8"/>
          <p:cNvSpPr/>
          <p:nvPr/>
        </p:nvSpPr>
        <p:spPr>
          <a:xfrm>
            <a:off x="457200" y="2072640"/>
            <a:ext cx="11247120" cy="792480"/>
          </a:xfrm>
          <a:prstGeom prst="roundRect">
            <a:avLst>
              <a:gd name="adj" fmla="val 3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9"/>
          <p:cNvSpPr/>
          <p:nvPr/>
        </p:nvSpPr>
        <p:spPr>
          <a:xfrm>
            <a:off x="731520" y="2377440"/>
            <a:ext cx="182880" cy="182880"/>
          </a:xfrm>
          <a:prstGeom prst="ellipse">
            <a:avLst/>
          </a:prstGeom>
          <a:solidFill>
            <a:srgbClr val="E02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TextBox 10"/>
          <p:cNvSpPr txBox="1"/>
          <p:nvPr/>
        </p:nvSpPr>
        <p:spPr>
          <a:xfrm>
            <a:off x="1097280" y="214579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Every script read</a:t>
            </a:r>
          </a:p>
        </p:txBody>
      </p:sp>
      <p:sp>
        <p:nvSpPr>
          <p:cNvPr id="767" name="TextBox 11"/>
          <p:cNvSpPr txBox="1"/>
          <p:nvPr/>
        </p:nvSpPr>
        <p:spPr>
          <a:xfrm>
            <a:off x="4572000" y="214579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What it executes, what it writes, what it sends outside the machine</a:t>
            </a:r>
          </a:p>
        </p:txBody>
      </p:sp>
      <p:sp>
        <p:nvSpPr>
          <p:cNvPr id="768" name="Rounded Rectangle 12"/>
          <p:cNvSpPr/>
          <p:nvPr/>
        </p:nvSpPr>
        <p:spPr>
          <a:xfrm>
            <a:off x="457200" y="2956560"/>
            <a:ext cx="11247120" cy="792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13"/>
          <p:cNvSpPr/>
          <p:nvPr/>
        </p:nvSpPr>
        <p:spPr>
          <a:xfrm>
            <a:off x="731520" y="3261360"/>
            <a:ext cx="182880" cy="182880"/>
          </a:xfrm>
          <a:prstGeom prst="ellipse">
            <a:avLst/>
          </a:prstGeom>
          <a:solidFill>
            <a:srgbClr val="E02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TextBox 14"/>
          <p:cNvSpPr txBox="1"/>
          <p:nvPr/>
        </p:nvSpPr>
        <p:spPr>
          <a:xfrm>
            <a:off x="1097280" y="302971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No external fetch-then-act</a:t>
            </a:r>
          </a:p>
        </p:txBody>
      </p:sp>
      <p:sp>
        <p:nvSpPr>
          <p:cNvPr id="771" name="TextBox 15"/>
          <p:cNvSpPr txBox="1"/>
          <p:nvPr/>
        </p:nvSpPr>
        <p:spPr>
          <a:xfrm>
            <a:off x="4572000" y="302971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The top red flag: it delegates the skill's contents to whoever controls the URL</a:t>
            </a:r>
          </a:p>
        </p:txBody>
      </p:sp>
      <p:sp>
        <p:nvSpPr>
          <p:cNvPr id="772" name="Rounded Rectangle 16"/>
          <p:cNvSpPr/>
          <p:nvPr/>
        </p:nvSpPr>
        <p:spPr>
          <a:xfrm>
            <a:off x="457200" y="3840480"/>
            <a:ext cx="11247120" cy="792480"/>
          </a:xfrm>
          <a:prstGeom prst="roundRect">
            <a:avLst>
              <a:gd name="adj" fmla="val 3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17"/>
          <p:cNvSpPr/>
          <p:nvPr/>
        </p:nvSpPr>
        <p:spPr>
          <a:xfrm>
            <a:off x="731520" y="4145280"/>
            <a:ext cx="182880" cy="182880"/>
          </a:xfrm>
          <a:prstGeom prst="ellipse">
            <a:avLst/>
          </a:prstGeom>
          <a:solidFill>
            <a:srgbClr val="DB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TextBox 18"/>
          <p:cNvSpPr txBox="1"/>
          <p:nvPr/>
        </p:nvSpPr>
        <p:spPr>
          <a:xfrm>
            <a:off x="1097280" y="391363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No secrets embedded</a:t>
            </a:r>
          </a:p>
        </p:txBody>
      </p:sp>
      <p:sp>
        <p:nvSpPr>
          <p:cNvPr id="775" name="TextBox 19"/>
          <p:cNvSpPr txBox="1"/>
          <p:nvPr/>
        </p:nvSpPr>
        <p:spPr>
          <a:xfrm>
            <a:off x="4572000" y="391363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Skills get zipped, shared and installed elsewhere. Anything inside travels</a:t>
            </a:r>
          </a:p>
        </p:txBody>
      </p:sp>
      <p:sp>
        <p:nvSpPr>
          <p:cNvPr id="776" name="Rounded Rectangle 20"/>
          <p:cNvSpPr/>
          <p:nvPr/>
        </p:nvSpPr>
        <p:spPr>
          <a:xfrm>
            <a:off x="457200" y="4724400"/>
            <a:ext cx="11247120" cy="792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Oval 21"/>
          <p:cNvSpPr/>
          <p:nvPr/>
        </p:nvSpPr>
        <p:spPr>
          <a:xfrm>
            <a:off x="731520" y="5029200"/>
            <a:ext cx="182880" cy="182880"/>
          </a:xfrm>
          <a:prstGeom prst="ellipse">
            <a:avLst/>
          </a:prstGeom>
          <a:solidFill>
            <a:srgbClr val="DB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TextBox 22"/>
          <p:cNvSpPr txBox="1"/>
          <p:nvPr/>
        </p:nvSpPr>
        <p:spPr>
          <a:xfrm>
            <a:off x="1097280" y="479755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Tool surface acceptable</a:t>
            </a:r>
          </a:p>
        </p:txBody>
      </p:sp>
      <p:sp>
        <p:nvSpPr>
          <p:cNvPr id="779" name="TextBox 23"/>
          <p:cNvSpPr txBox="1"/>
          <p:nvPr/>
        </p:nvSpPr>
        <p:spPr>
          <a:xfrm>
            <a:off x="4572000" y="479755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Does it imply Bash, Write or WebFetch? Enforcement is the allow-list, not the prose</a:t>
            </a:r>
          </a:p>
        </p:txBody>
      </p:sp>
      <p:sp>
        <p:nvSpPr>
          <p:cNvPr id="780" name="Rounded Rectangle 24"/>
          <p:cNvSpPr/>
          <p:nvPr/>
        </p:nvSpPr>
        <p:spPr>
          <a:xfrm>
            <a:off x="457200" y="5608320"/>
            <a:ext cx="11247120" cy="792480"/>
          </a:xfrm>
          <a:prstGeom prst="roundRect">
            <a:avLst>
              <a:gd name="adj" fmla="val 3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25"/>
          <p:cNvSpPr/>
          <p:nvPr/>
        </p:nvSpPr>
        <p:spPr>
          <a:xfrm>
            <a:off x="731520" y="5913120"/>
            <a:ext cx="182880" cy="182880"/>
          </a:xfrm>
          <a:prstGeom prst="ellipse">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TextBox 26"/>
          <p:cNvSpPr txBox="1"/>
          <p:nvPr/>
        </p:nvSpPr>
        <p:spPr>
          <a:xfrm>
            <a:off x="1097280" y="5681472"/>
            <a:ext cx="3200400" cy="646176"/>
          </a:xfrm>
          <a:prstGeom prst="rect">
            <a:avLst/>
          </a:prstGeom>
          <a:noFill/>
        </p:spPr>
        <p:txBody>
          <a:bodyPr wrap="square" tIns="0" bIns="0" lIns="45720" rIns="45720"/>
          <a:lstStyle/>
          <a:p>
            <a:pPr algn="l">
              <a:spcBef>
                <a:spcPts val="0"/>
              </a:spcBef>
              <a:spcAft>
                <a:spcPts val="0"/>
              </a:spcAft>
            </a:pPr>
            <a:r>
              <a:rPr sz="1200" b="1">
                <a:solidFill>
                  <a:srgbClr val="4D4D4D"/>
                </a:solidFill>
                <a:latin typeface="Inter"/>
              </a:rPr>
              <a:t>Version pinned, owner named</a:t>
            </a:r>
          </a:p>
        </p:txBody>
      </p:sp>
      <p:sp>
        <p:nvSpPr>
          <p:cNvPr id="783" name="TextBox 27"/>
          <p:cNvSpPr txBox="1"/>
          <p:nvPr/>
        </p:nvSpPr>
        <p:spPr>
          <a:xfrm>
            <a:off x="4572000" y="5681472"/>
            <a:ext cx="6675120" cy="646176"/>
          </a:xfrm>
          <a:prstGeom prst="rect">
            <a:avLst/>
          </a:prstGeom>
          <a:noFill/>
        </p:spPr>
        <p:txBody>
          <a:bodyPr wrap="square" tIns="0" bIns="0" lIns="45720" rIns="45720"/>
          <a:lstStyle/>
          <a:p>
            <a:pPr algn="l">
              <a:spcBef>
                <a:spcPts val="0"/>
              </a:spcBef>
              <a:spcAft>
                <a:spcPts val="0"/>
              </a:spcAft>
            </a:pPr>
            <a:r>
              <a:rPr sz="1100" b="0">
                <a:solidFill>
                  <a:srgbClr val="707070"/>
                </a:solidFill>
                <a:latin typeface="Inter"/>
              </a:rPr>
              <a:t>An unowned skill encoding a methodology drifts into confidently wrong output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784" name=""/>
        <p:cNvGrpSpPr/>
        <p:nvPr/>
      </p:nvGrpSpPr>
      <p:grpSpPr/>
      <p:sp>
        <p:nvSpPr>
          <p:cNvPr id="785" name="Title 1"/>
          <p:cNvSpPr>
            <a:spLocks noGrp="1"/>
          </p:cNvSpPr>
          <p:nvPr>
            <p:ph type="title"/>
          </p:nvPr>
        </p:nvSpPr>
        <p:spPr/>
        <p:txBody>
          <a:bodyPr>
            <a:normAutofit/>
          </a:bodyPr>
          <a:lstStyle/>
          <a:p>
            <a:r>
              <a:rPr lang="en-US" dirty="0" sz="2000">
                <a:latin typeface="Inter"/>
              </a:rPr>
              <a:t>Write to the safe column; date-stamp the rest</a:t>
            </a:r>
          </a:p>
        </p:txBody>
      </p:sp>
      <p:sp>
        <p:nvSpPr>
          <p:cNvPr id="786" name="Content Placeholder 2"/>
          <p:cNvSpPr>
            <a:spLocks noGrp="1"/>
          </p:cNvSpPr>
          <p:nvPr>
            <p:ph idx="13"/>
          </p:nvPr>
        </p:nvSpPr>
        <p:spPr/>
        <p:txBody>
          <a:bodyPr/>
          <a:lstStyle/>
          <a:p>
            <a:r>
              <a:rPr lang="en-US" dirty="0">
                <a:latin typeface="Inter"/>
                <a:solidFill>
                  <a:srgbClr val="4D4D4D"/>
                </a:solidFill>
              </a:rPr>
              <a:t>Evaluate, secure, ship</a:t>
            </a:r>
          </a:p>
        </p:txBody>
      </p:sp>
      <p:sp>
        <p:nvSpPr>
          <p:cNvPr id="787"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agentskills.io client showcase and specification</a:t>
            </a:r>
          </a:p>
        </p:txBody>
      </p:sp>
      <p:sp>
        <p:nvSpPr>
          <p:cNvPr id="788" name="TextBox 4"/>
          <p:cNvSpPr txBox="1"/>
          <p:nvPr/>
        </p:nvSpPr>
        <p:spPr>
          <a:xfrm>
            <a:off x="457200" y="1325880"/>
            <a:ext cx="3505200" cy="320040"/>
          </a:xfrm>
          <a:prstGeom prst="rect">
            <a:avLst/>
          </a:prstGeom>
          <a:noFill/>
        </p:spPr>
        <p:txBody>
          <a:bodyPr wrap="square" tIns="0" bIns="0" lIns="45720" rIns="45720"/>
          <a:lstStyle/>
          <a:p>
            <a:pPr algn="l">
              <a:spcBef>
                <a:spcPts val="0"/>
              </a:spcBef>
              <a:spcAft>
                <a:spcPts val="0"/>
              </a:spcAft>
            </a:pPr>
            <a:r>
              <a:rPr sz="1300" b="1">
                <a:solidFill>
                  <a:srgbClr val="1A3FD6"/>
                </a:solidFill>
                <a:latin typeface="Inter"/>
              </a:rPr>
              <a:t>Safe in roughly 40 hosts</a:t>
            </a:r>
          </a:p>
        </p:txBody>
      </p:sp>
      <p:sp>
        <p:nvSpPr>
          <p:cNvPr id="789" name="Rectangle 5"/>
          <p:cNvSpPr/>
          <p:nvPr/>
        </p:nvSpPr>
        <p:spPr>
          <a:xfrm>
            <a:off x="457200" y="1673352"/>
            <a:ext cx="3505200" cy="3810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TextBox 6"/>
          <p:cNvSpPr txBox="1"/>
          <p:nvPr/>
        </p:nvSpPr>
        <p:spPr>
          <a:xfrm>
            <a:off x="457200" y="1783080"/>
            <a:ext cx="3505200" cy="4389120"/>
          </a:xfrm>
          <a:prstGeom prst="rect">
            <a:avLst/>
          </a:prstGeom>
          <a:noFill/>
        </p:spPr>
        <p:txBody>
          <a:bodyPr wrap="square" tIns="0" bIns="0" lIns="45720" rIns="45720"/>
          <a:lstStyle/>
          <a:p>
            <a:pPr algn="l">
              <a:lnSpc>
                <a:spcPts val="1500"/>
              </a:lnSpc>
              <a:spcBef>
                <a:spcPts val="0"/>
              </a:spcBef>
              <a:spcAft>
                <a:spcPts val="0"/>
              </a:spcAft>
            </a:pPr>
            <a:r>
              <a:rPr sz="1100" b="0">
                <a:solidFill>
                  <a:srgbClr val="4D4D4D"/>
                </a:solidFill>
                <a:latin typeface="Inter"/>
              </a:rPr>
              <a:t>Name and description, a plain markdown body, and scripts, references and assets reached by relative path with forward slashes. Claude Code, Codex, Copilot, VS Code, Cursor and Gemini CLI all read this.</a:t>
            </a:r>
          </a:p>
        </p:txBody>
      </p:sp>
      <p:sp>
        <p:nvSpPr>
          <p:cNvPr id="791" name="Rectangle 7"/>
          <p:cNvSpPr/>
          <p:nvPr/>
        </p:nvSpPr>
        <p:spPr>
          <a:xfrm>
            <a:off x="4140708" y="1325880"/>
            <a:ext cx="9144" cy="49377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TextBox 8"/>
          <p:cNvSpPr txBox="1"/>
          <p:nvPr/>
        </p:nvSpPr>
        <p:spPr>
          <a:xfrm>
            <a:off x="4328160" y="1325880"/>
            <a:ext cx="3505200" cy="320040"/>
          </a:xfrm>
          <a:prstGeom prst="rect">
            <a:avLst/>
          </a:prstGeom>
          <a:noFill/>
        </p:spPr>
        <p:txBody>
          <a:bodyPr wrap="square" tIns="0" bIns="0" lIns="45720" rIns="45720"/>
          <a:lstStyle/>
          <a:p>
            <a:pPr algn="l">
              <a:spcBef>
                <a:spcPts val="0"/>
              </a:spcBef>
              <a:spcAft>
                <a:spcPts val="0"/>
              </a:spcAft>
            </a:pPr>
            <a:r>
              <a:rPr sz="1300" b="1">
                <a:solidFill>
                  <a:srgbClr val="00A798"/>
                </a:solidFill>
                <a:latin typeface="Inter"/>
              </a:rPr>
              <a:t>Host-dependent — verify in your version</a:t>
            </a:r>
          </a:p>
        </p:txBody>
      </p:sp>
      <p:sp>
        <p:nvSpPr>
          <p:cNvPr id="793" name="Rectangle 9"/>
          <p:cNvSpPr/>
          <p:nvPr/>
        </p:nvSpPr>
        <p:spPr>
          <a:xfrm>
            <a:off x="4328160" y="1673352"/>
            <a:ext cx="3505200" cy="38100"/>
          </a:xfrm>
          <a:prstGeom prst="rect">
            <a:avLst/>
          </a:prstGeom>
          <a:solidFill>
            <a:srgbClr val="00A7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TextBox 10"/>
          <p:cNvSpPr txBox="1"/>
          <p:nvPr/>
        </p:nvSpPr>
        <p:spPr>
          <a:xfrm>
            <a:off x="4328160" y="1783080"/>
            <a:ext cx="3505200" cy="4389120"/>
          </a:xfrm>
          <a:prstGeom prst="rect">
            <a:avLst/>
          </a:prstGeom>
          <a:noFill/>
        </p:spPr>
        <p:txBody>
          <a:bodyPr wrap="square" tIns="0" bIns="0" lIns="45720" rIns="45720"/>
          <a:lstStyle/>
          <a:p>
            <a:pPr algn="l">
              <a:lnSpc>
                <a:spcPts val="1500"/>
              </a:lnSpc>
              <a:spcBef>
                <a:spcPts val="0"/>
              </a:spcBef>
              <a:spcAft>
                <a:spcPts val="0"/>
              </a:spcAft>
            </a:pPr>
            <a:r>
              <a:rPr sz="1100" b="0">
                <a:solidFill>
                  <a:srgbClr val="4D4D4D"/>
                </a:solidFill>
                <a:latin typeface="Inter"/>
              </a:rPr>
              <a:t>The experimental allowed-tools field, the subagent skills field, marketplace installation, and the API's container.skills parameter. Each works somewhere and is ignored or absent elsewhere.</a:t>
            </a:r>
          </a:p>
        </p:txBody>
      </p:sp>
      <p:sp>
        <p:nvSpPr>
          <p:cNvPr id="795" name="Rectangle 11"/>
          <p:cNvSpPr/>
          <p:nvPr/>
        </p:nvSpPr>
        <p:spPr>
          <a:xfrm>
            <a:off x="8011668" y="1325880"/>
            <a:ext cx="9144" cy="49377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TextBox 12"/>
          <p:cNvSpPr txBox="1"/>
          <p:nvPr/>
        </p:nvSpPr>
        <p:spPr>
          <a:xfrm>
            <a:off x="8199120" y="1325880"/>
            <a:ext cx="3505200" cy="320040"/>
          </a:xfrm>
          <a:prstGeom prst="rect">
            <a:avLst/>
          </a:prstGeom>
          <a:noFill/>
        </p:spPr>
        <p:txBody>
          <a:bodyPr wrap="square" tIns="0" bIns="0" lIns="45720" rIns="45720"/>
          <a:lstStyle/>
          <a:p>
            <a:pPr algn="l">
              <a:spcBef>
                <a:spcPts val="0"/>
              </a:spcBef>
              <a:spcAft>
                <a:spcPts val="0"/>
              </a:spcAft>
            </a:pPr>
            <a:r>
              <a:rPr sz="1300" b="1">
                <a:solidFill>
                  <a:srgbClr val="0626A9"/>
                </a:solidFill>
                <a:latin typeface="Inter"/>
              </a:rPr>
              <a:t>Never assume</a:t>
            </a:r>
          </a:p>
        </p:txBody>
      </p:sp>
      <p:sp>
        <p:nvSpPr>
          <p:cNvPr id="797" name="Rectangle 13"/>
          <p:cNvSpPr/>
          <p:nvPr/>
        </p:nvSpPr>
        <p:spPr>
          <a:xfrm>
            <a:off x="8199120" y="1673352"/>
            <a:ext cx="3505200" cy="38100"/>
          </a:xfrm>
          <a:prstGeom prst="rect">
            <a:avLst/>
          </a:prstGeom>
          <a:solidFill>
            <a:srgbClr val="062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TextBox 14"/>
          <p:cNvSpPr txBox="1"/>
          <p:nvPr/>
        </p:nvSpPr>
        <p:spPr>
          <a:xfrm>
            <a:off x="8199120" y="1783080"/>
            <a:ext cx="3505200" cy="4389120"/>
          </a:xfrm>
          <a:prstGeom prst="rect">
            <a:avLst/>
          </a:prstGeom>
          <a:noFill/>
        </p:spPr>
        <p:txBody>
          <a:bodyPr wrap="square" tIns="0" bIns="0" lIns="45720" rIns="45720"/>
          <a:lstStyle/>
          <a:p>
            <a:pPr algn="l">
              <a:lnSpc>
                <a:spcPts val="1500"/>
              </a:lnSpc>
              <a:spcBef>
                <a:spcPts val="0"/>
              </a:spcBef>
              <a:spcAft>
                <a:spcPts val="0"/>
              </a:spcAft>
            </a:pPr>
            <a:r>
              <a:rPr sz="1100" b="0">
                <a:solidFill>
                  <a:srgbClr val="4D4D4D"/>
                </a:solidFill>
                <a:latin typeface="Inter"/>
              </a:rPr>
              <a:t>How the skill is surfaced to the user, whether the host has network access, which packages are pre-installed, or that a script may install its own dependencies at runtime.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799" name=""/>
        <p:cNvGrpSpPr/>
        <p:nvPr/>
      </p:nvGrpSpPr>
      <p:grpSpPr/>
      <p:sp>
        <p:nvSpPr>
          <p:cNvPr id="800" name="Title 1"/>
          <p:cNvSpPr>
            <a:spLocks noGrp="1"/>
          </p:cNvSpPr>
          <p:nvPr>
            <p:ph type="ctrTitle"/>
          </p:nvPr>
        </p:nvSpPr>
        <p:spPr>
          <a:xfrm>
            <a:off x="0" y="0"/>
            <a:ext cx="0" cy="0"/>
          </a:xfrm>
        </p:spPr>
        <p:txBody>
          <a:bodyPr/>
          <a:lstStyle/>
          <a:p>
            <a:r>
              <a:rPr lang="en-US" sz="100" dirty="0"/>
              <a:t> </a:t>
            </a:r>
          </a:p>
        </p:txBody>
      </p:sp>
      <p:sp>
        <p:nvSpPr>
          <p:cNvPr id="801" name="Subtitle 2"/>
          <p:cNvSpPr>
            <a:spLocks noGrp="1"/>
          </p:cNvSpPr>
          <p:nvPr>
            <p:ph type="subTitle" idx="1"/>
          </p:nvPr>
        </p:nvSpPr>
        <p:spPr>
          <a:xfrm>
            <a:off x="0" y="0"/>
            <a:ext cx="0" cy="0"/>
          </a:xfrm>
        </p:spPr>
        <p:txBody>
          <a:bodyPr/>
          <a:lstStyle/>
          <a:p>
            <a:r>
              <a:rPr lang="en-US" sz="100" dirty="0"/>
              <a:t> </a:t>
            </a:r>
          </a:p>
        </p:txBody>
      </p:sp>
      <p:sp>
        <p:nvSpPr>
          <p:cNvPr id="802" name="Text Placeholder 3"/>
          <p:cNvSpPr>
            <a:spLocks noGrp="1"/>
          </p:cNvSpPr>
          <p:nvPr>
            <p:ph type="body" idx="10" sz="quarter"/>
          </p:nvPr>
        </p:nvSpPr>
        <p:spPr/>
        <p:txBody>
          <a:bodyPr/>
          <a:lstStyle/>
          <a:p>
            <a:r>
              <a:rPr lang="en-US" dirty="0">
                <a:latin typeface="Inter"/>
              </a:rPr>
              <a:t>Section 08</a:t>
            </a:r>
          </a:p>
        </p:txBody>
      </p:sp>
      <p:sp>
        <p:nvSpPr>
          <p:cNvPr id="803" name="TextBox 4"/>
          <p:cNvSpPr txBox="1"/>
          <p:nvPr/>
        </p:nvSpPr>
        <p:spPr>
          <a:xfrm>
            <a:off x="749808" y="2322576"/>
            <a:ext cx="7242048" cy="1655064"/>
          </a:xfrm>
          <a:prstGeom prst="rect">
            <a:avLst/>
          </a:prstGeom>
          <a:noFill/>
        </p:spPr>
        <p:txBody>
          <a:bodyPr wrap="square" tIns="0" bIns="0" lIns="45720" rIns="45720"/>
          <a:lstStyle/>
          <a:p>
            <a:pPr algn="l">
              <a:spcBef>
                <a:spcPts val="0"/>
              </a:spcBef>
              <a:spcAft>
                <a:spcPts val="0"/>
              </a:spcAft>
            </a:pPr>
            <a:r>
              <a:rPr sz="3600" b="0">
                <a:solidFill>
                  <a:srgbClr val="FFFFFF"/>
                </a:solidFill>
                <a:latin typeface="Inter"/>
              </a:rPr>
              <a:t>Applied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804" name=""/>
        <p:cNvGrpSpPr/>
        <p:nvPr/>
      </p:nvGrpSpPr>
      <p:grpSpPr/>
      <p:sp>
        <p:nvSpPr>
          <p:cNvPr id="805" name="Title 1"/>
          <p:cNvSpPr>
            <a:spLocks noGrp="1"/>
          </p:cNvSpPr>
          <p:nvPr>
            <p:ph type="title"/>
          </p:nvPr>
        </p:nvSpPr>
        <p:spPr/>
        <p:txBody>
          <a:bodyPr>
            <a:normAutofit/>
          </a:bodyPr>
          <a:lstStyle/>
          <a:p>
            <a:r>
              <a:rPr lang="en-US" dirty="0" sz="2000">
                <a:latin typeface="Inter"/>
              </a:rPr>
              <a:t>A batch verification pipeline is an almost perfect fit</a:t>
            </a:r>
          </a:p>
        </p:txBody>
      </p:sp>
      <p:sp>
        <p:nvSpPr>
          <p:cNvPr id="806" name="Content Placeholder 2"/>
          <p:cNvSpPr>
            <a:spLocks noGrp="1"/>
          </p:cNvSpPr>
          <p:nvPr>
            <p:ph idx="13"/>
          </p:nvPr>
        </p:nvSpPr>
        <p:spPr/>
        <p:txBody>
          <a:bodyPr/>
          <a:lstStyle/>
          <a:p>
            <a:r>
              <a:rPr lang="en-US" dirty="0">
                <a:latin typeface="Inter"/>
                <a:solidFill>
                  <a:srgbClr val="4D4D4D"/>
                </a:solidFill>
              </a:rPr>
              <a:t>Applied</a:t>
            </a:r>
          </a:p>
        </p:txBody>
      </p:sp>
      <p:sp>
        <p:nvSpPr>
          <p:cNvPr id="807"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808" name="Rounded Rectangle 4"/>
          <p:cNvSpPr/>
          <p:nvPr/>
        </p:nvSpPr>
        <p:spPr>
          <a:xfrm>
            <a:off x="4251960" y="2651760"/>
            <a:ext cx="3657600" cy="2286000"/>
          </a:xfrm>
          <a:prstGeom prst="roundRect">
            <a:avLst>
              <a:gd name="adj" fmla="val 6000"/>
            </a:avLst>
          </a:prstGeom>
          <a:solidFill>
            <a:srgbClr val="F4F5FD"/>
          </a:solidFill>
          <a:ln w="25400">
            <a:solidFill>
              <a:srgbClr val="1A3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TextBox 5"/>
          <p:cNvSpPr txBox="1"/>
          <p:nvPr/>
        </p:nvSpPr>
        <p:spPr>
          <a:xfrm>
            <a:off x="4526280" y="3383280"/>
            <a:ext cx="3108960" cy="457200"/>
          </a:xfrm>
          <a:prstGeom prst="rect">
            <a:avLst/>
          </a:prstGeom>
          <a:noFill/>
        </p:spPr>
        <p:txBody>
          <a:bodyPr wrap="square" tIns="0" bIns="0" lIns="45720" rIns="45720"/>
          <a:lstStyle/>
          <a:p>
            <a:pPr algn="ctr">
              <a:spcBef>
                <a:spcPts val="0"/>
              </a:spcBef>
              <a:spcAft>
                <a:spcPts val="0"/>
              </a:spcAft>
            </a:pPr>
            <a:r>
              <a:rPr sz="1800" b="1">
                <a:solidFill>
                  <a:srgbClr val="1A3FD6"/>
                </a:solidFill>
                <a:latin typeface="Inter"/>
              </a:rPr>
              <a:t>SKILL.md
sequence, skip rules,
output contract</a:t>
            </a:r>
          </a:p>
        </p:txBody>
      </p:sp>
      <p:sp>
        <p:nvSpPr>
          <p:cNvPr id="810" name="Rounded Rectangle 6"/>
          <p:cNvSpPr/>
          <p:nvPr/>
        </p:nvSpPr>
        <p:spPr>
          <a:xfrm>
            <a:off x="502920" y="1325880"/>
            <a:ext cx="2926080" cy="14630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Rounded Rectangle 7"/>
          <p:cNvSpPr/>
          <p:nvPr/>
        </p:nvSpPr>
        <p:spPr>
          <a:xfrm>
            <a:off x="457200" y="1280160"/>
            <a:ext cx="292608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TextBox 8"/>
          <p:cNvSpPr txBox="1"/>
          <p:nvPr/>
        </p:nvSpPr>
        <p:spPr>
          <a:xfrm>
            <a:off x="640080" y="1463040"/>
            <a:ext cx="2560320" cy="27432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scripts/</a:t>
            </a:r>
          </a:p>
        </p:txBody>
      </p:sp>
      <p:sp>
        <p:nvSpPr>
          <p:cNvPr id="813" name="TextBox 9"/>
          <p:cNvSpPr txBox="1"/>
          <p:nvPr/>
        </p:nvSpPr>
        <p:spPr>
          <a:xfrm>
            <a:off x="640080" y="1783080"/>
            <a:ext cx="2560320" cy="777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Schema validation, the mechanical checks, and summarisation into a fixed results tree.</a:t>
            </a:r>
          </a:p>
        </p:txBody>
      </p:sp>
      <p:sp>
        <p:nvSpPr>
          <p:cNvPr id="814" name="Rounded Rectangle 10"/>
          <p:cNvSpPr/>
          <p:nvPr/>
        </p:nvSpPr>
        <p:spPr>
          <a:xfrm>
            <a:off x="8823960" y="1325880"/>
            <a:ext cx="2926080" cy="14630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Rounded Rectangle 11"/>
          <p:cNvSpPr/>
          <p:nvPr/>
        </p:nvSpPr>
        <p:spPr>
          <a:xfrm>
            <a:off x="8778240" y="1280160"/>
            <a:ext cx="292608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TextBox 12"/>
          <p:cNvSpPr txBox="1"/>
          <p:nvPr/>
        </p:nvSpPr>
        <p:spPr>
          <a:xfrm>
            <a:off x="8961120" y="1463040"/>
            <a:ext cx="2560320" cy="27432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references/</a:t>
            </a:r>
          </a:p>
        </p:txBody>
      </p:sp>
      <p:sp>
        <p:nvSpPr>
          <p:cNvPr id="817" name="TextBox 13"/>
          <p:cNvSpPr txBox="1"/>
          <p:nvPr/>
        </p:nvSpPr>
        <p:spPr>
          <a:xfrm>
            <a:off x="8961120" y="1783080"/>
            <a:ext cx="2560320" cy="777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Methodology and per-flag decision rules, opened only when a case needs adjudicating.</a:t>
            </a:r>
          </a:p>
        </p:txBody>
      </p:sp>
      <p:sp>
        <p:nvSpPr>
          <p:cNvPr id="818" name="Rounded Rectangle 14"/>
          <p:cNvSpPr/>
          <p:nvPr/>
        </p:nvSpPr>
        <p:spPr>
          <a:xfrm>
            <a:off x="502920" y="4892040"/>
            <a:ext cx="2926080" cy="14630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Rounded Rectangle 15"/>
          <p:cNvSpPr/>
          <p:nvPr/>
        </p:nvSpPr>
        <p:spPr>
          <a:xfrm>
            <a:off x="457200" y="4846320"/>
            <a:ext cx="292608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TextBox 16"/>
          <p:cNvSpPr txBox="1"/>
          <p:nvPr/>
        </p:nvSpPr>
        <p:spPr>
          <a:xfrm>
            <a:off x="640080" y="5029200"/>
            <a:ext cx="2560320" cy="27432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assets/</a:t>
            </a:r>
          </a:p>
        </p:txBody>
      </p:sp>
      <p:sp>
        <p:nvSpPr>
          <p:cNvPr id="821" name="TextBox 17"/>
          <p:cNvSpPr txBox="1"/>
          <p:nvPr/>
        </p:nvSpPr>
        <p:spPr>
          <a:xfrm>
            <a:off x="640080" y="5349240"/>
            <a:ext cx="2560320" cy="777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Column contract and standard remark phrasing, consumed by code rather than read.</a:t>
            </a:r>
          </a:p>
        </p:txBody>
      </p:sp>
      <p:sp>
        <p:nvSpPr>
          <p:cNvPr id="822" name="Rounded Rectangle 18"/>
          <p:cNvSpPr/>
          <p:nvPr/>
        </p:nvSpPr>
        <p:spPr>
          <a:xfrm>
            <a:off x="8823960" y="4892040"/>
            <a:ext cx="2926080" cy="1463040"/>
          </a:xfrm>
          <a:prstGeom prst="roundRect">
            <a:avLst>
              <a:gd name="adj" fmla="val 6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Rounded Rectangle 19"/>
          <p:cNvSpPr/>
          <p:nvPr/>
        </p:nvSpPr>
        <p:spPr>
          <a:xfrm>
            <a:off x="8778240" y="4846320"/>
            <a:ext cx="292608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TextBox 20"/>
          <p:cNvSpPr txBox="1"/>
          <p:nvPr/>
        </p:nvSpPr>
        <p:spPr>
          <a:xfrm>
            <a:off x="8961120" y="5029200"/>
            <a:ext cx="2560320" cy="274320"/>
          </a:xfrm>
          <a:prstGeom prst="rect">
            <a:avLst/>
          </a:prstGeom>
          <a:noFill/>
        </p:spPr>
        <p:txBody>
          <a:bodyPr wrap="square" tIns="0" bIns="0" lIns="45720" rIns="45720"/>
          <a:lstStyle/>
          <a:p>
            <a:pPr algn="l">
              <a:spcBef>
                <a:spcPts val="0"/>
              </a:spcBef>
              <a:spcAft>
                <a:spcPts val="0"/>
              </a:spcAft>
            </a:pPr>
            <a:r>
              <a:rPr sz="1200" b="1">
                <a:solidFill>
                  <a:srgbClr val="1A3FD6"/>
                </a:solidFill>
                <a:latin typeface="Inter"/>
              </a:rPr>
              <a:t>results/</a:t>
            </a:r>
          </a:p>
        </p:txBody>
      </p:sp>
      <p:sp>
        <p:nvSpPr>
          <p:cNvPr id="825" name="TextBox 21"/>
          <p:cNvSpPr txBox="1"/>
          <p:nvPr/>
        </p:nvSpPr>
        <p:spPr>
          <a:xfrm>
            <a:off x="8961120" y="5349240"/>
            <a:ext cx="2560320" cy="777240"/>
          </a:xfrm>
          <a:prstGeom prst="rect">
            <a:avLst/>
          </a:prstGeom>
          <a:noFill/>
        </p:spPr>
        <p:txBody>
          <a:bodyPr wrap="square" tIns="0" bIns="0" lIns="45720" rIns="45720"/>
          <a:lstStyle/>
          <a:p>
            <a:pPr algn="l">
              <a:spcBef>
                <a:spcPts val="0"/>
              </a:spcBef>
              <a:spcAft>
                <a:spcPts val="0"/>
              </a:spcAft>
            </a:pPr>
            <a:r>
              <a:rPr sz="1200" b="0">
                <a:solidFill>
                  <a:srgbClr val="4D4D4D"/>
                </a:solidFill>
                <a:latin typeface="Inter"/>
              </a:rPr>
              <a:t>checks.json, summary.txt, residuals.csv — named paths are what make a run auditable later.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826" name=""/>
        <p:cNvGrpSpPr/>
        <p:nvPr/>
      </p:nvGrpSpPr>
      <p:grpSpPr/>
      <p:sp>
        <p:nvSpPr>
          <p:cNvPr id="827" name="Title 1"/>
          <p:cNvSpPr>
            <a:spLocks noGrp="1"/>
          </p:cNvSpPr>
          <p:nvPr>
            <p:ph type="title"/>
          </p:nvPr>
        </p:nvSpPr>
        <p:spPr/>
        <p:txBody>
          <a:bodyPr>
            <a:normAutofit/>
          </a:bodyPr>
          <a:lstStyle/>
          <a:p>
            <a:r>
              <a:rPr lang="en-US" dirty="0" sz="2000">
                <a:latin typeface="Inter"/>
              </a:rPr>
              <a:t>And the case for not building one</a:t>
            </a:r>
          </a:p>
        </p:txBody>
      </p:sp>
      <p:sp>
        <p:nvSpPr>
          <p:cNvPr id="828" name="Content Placeholder 2"/>
          <p:cNvSpPr>
            <a:spLocks noGrp="1"/>
          </p:cNvSpPr>
          <p:nvPr>
            <p:ph idx="13"/>
          </p:nvPr>
        </p:nvSpPr>
        <p:spPr/>
        <p:txBody>
          <a:bodyPr/>
          <a:lstStyle/>
          <a:p>
            <a:r>
              <a:rPr lang="en-US" dirty="0">
                <a:latin typeface="Inter"/>
                <a:solidFill>
                  <a:srgbClr val="4D4D4D"/>
                </a:solidFill>
              </a:rPr>
              <a:t>Applied</a:t>
            </a:r>
          </a:p>
        </p:txBody>
      </p:sp>
      <p:sp>
        <p:nvSpPr>
          <p:cNvPr id="829" name="TextBox 3"/>
          <p:cNvSpPr txBox="1"/>
          <p:nvPr/>
        </p:nvSpPr>
        <p:spPr>
          <a:xfrm>
            <a:off x="457200" y="6126480"/>
            <a:ext cx="9144000" cy="228600"/>
          </a:xfrm>
          <a:prstGeom prst="rect">
            <a:avLst/>
          </a:prstGeom>
          <a:noFill/>
        </p:spPr>
        <p:txBody>
          <a:bodyPr wrap="square" tIns="0" bIns="0" lIns="45720" rIns="45720"/>
          <a:lstStyle/>
          <a:p>
            <a:pPr algn="l">
              <a:spcBef>
                <a:spcPts val="0"/>
              </a:spcBef>
              <a:spcAft>
                <a:spcPts val="0"/>
              </a:spcAft>
            </a:pPr>
            <a:r>
              <a:rPr sz="700" b="0">
                <a:solidFill>
                  <a:srgbClr val="707070"/>
                </a:solidFill>
                <a:latin typeface="Inter"/>
              </a:rPr>
              <a:t>Source: DeepLearning.AI 'Agent Skills with Anthropic'; agentskills.io specification; Anthropic platform documentation, Sept 2026</a:t>
            </a:r>
          </a:p>
        </p:txBody>
      </p:sp>
      <p:sp>
        <p:nvSpPr>
          <p:cNvPr id="830" name="Rectangle 4"/>
          <p:cNvSpPr/>
          <p:nvPr/>
        </p:nvSpPr>
        <p:spPr>
          <a:xfrm>
            <a:off x="5166360" y="1920240"/>
            <a:ext cx="1828800" cy="5080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TextBox 5"/>
          <p:cNvSpPr txBox="1"/>
          <p:nvPr/>
        </p:nvSpPr>
        <p:spPr>
          <a:xfrm>
            <a:off x="1965960" y="2103120"/>
            <a:ext cx="731520" cy="731520"/>
          </a:xfrm>
          <a:prstGeom prst="rect">
            <a:avLst/>
          </a:prstGeom>
          <a:noFill/>
        </p:spPr>
        <p:txBody>
          <a:bodyPr wrap="square" tIns="0" bIns="0" lIns="45720" rIns="45720"/>
          <a:lstStyle/>
          <a:p>
            <a:pPr algn="l">
              <a:spcBef>
                <a:spcPts val="0"/>
              </a:spcBef>
              <a:spcAft>
                <a:spcPts val="0"/>
              </a:spcAft>
            </a:pPr>
            <a:r>
              <a:rPr sz="7200" b="1">
                <a:solidFill>
                  <a:srgbClr val="E8EBFD"/>
                </a:solidFill>
                <a:latin typeface="Inter"/>
              </a:rPr>
              <a:t>“</a:t>
            </a:r>
          </a:p>
        </p:txBody>
      </p:sp>
      <p:sp>
        <p:nvSpPr>
          <p:cNvPr id="832" name="TextBox 6"/>
          <p:cNvSpPr txBox="1"/>
          <p:nvPr/>
        </p:nvSpPr>
        <p:spPr>
          <a:xfrm>
            <a:off x="2240280" y="2468880"/>
            <a:ext cx="7680960" cy="2286000"/>
          </a:xfrm>
          <a:prstGeom prst="rect">
            <a:avLst/>
          </a:prstGeom>
          <a:noFill/>
        </p:spPr>
        <p:txBody>
          <a:bodyPr wrap="square" tIns="0" bIns="0" lIns="45720" rIns="45720"/>
          <a:lstStyle/>
          <a:p>
            <a:pPr algn="ctr">
              <a:lnSpc>
                <a:spcPts val="3200"/>
              </a:lnSpc>
              <a:spcBef>
                <a:spcPts val="0"/>
              </a:spcBef>
              <a:spcAft>
                <a:spcPts val="0"/>
              </a:spcAft>
            </a:pPr>
            <a:r>
              <a:rPr sz="2400" b="0">
                <a:solidFill>
                  <a:srgbClr val="4D4D4D"/>
                </a:solidFill>
                <a:latin typeface="Inter"/>
              </a:rPr>
              <a:t>The threshold is repetition plus a settled convention — not complexity. A workflow that runs twice, or whose rules are still being argued about, is better served by a prompt in a shared document than by a folder someone now has to own.</a:t>
            </a:r>
          </a:p>
        </p:txBody>
      </p:sp>
      <p:sp>
        <p:nvSpPr>
          <p:cNvPr id="833" name="TextBox 7"/>
          <p:cNvSpPr txBox="1"/>
          <p:nvPr/>
        </p:nvSpPr>
        <p:spPr>
          <a:xfrm>
            <a:off x="1965960" y="4937760"/>
            <a:ext cx="8229600" cy="365760"/>
          </a:xfrm>
          <a:prstGeom prst="rect">
            <a:avLst/>
          </a:prstGeom>
          <a:noFill/>
        </p:spPr>
        <p:txBody>
          <a:bodyPr wrap="square" tIns="0" bIns="0" lIns="45720" rIns="45720"/>
          <a:lstStyle/>
          <a:p>
            <a:pPr algn="ctr">
              <a:spcBef>
                <a:spcPts val="0"/>
              </a:spcBef>
              <a:spcAft>
                <a:spcPts val="0"/>
              </a:spcAft>
            </a:pPr>
            <a:r>
              <a:rPr sz="1300" b="1">
                <a:solidFill>
                  <a:srgbClr val="1A3FD6"/>
                </a:solidFill>
                <a:latin typeface="Inter"/>
              </a:rPr>
              <a:t>When a skill is premature</a:t>
            </a:r>
          </a:p>
        </p:txBody>
      </p:sp>
      <p:sp>
        <p:nvSpPr>
          <p:cNvPr id="834" name="Rectangle 8"/>
          <p:cNvSpPr/>
          <p:nvPr/>
        </p:nvSpPr>
        <p:spPr>
          <a:xfrm>
            <a:off x="5166360" y="5486400"/>
            <a:ext cx="1828800" cy="50800"/>
          </a:xfrm>
          <a:prstGeom prst="rect">
            <a:avLst/>
          </a:prstGeom>
          <a:solidFill>
            <a:srgbClr val="1A3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835" name=""/>
        <p:cNvGrpSpPr/>
        <p:nvPr/>
      </p:nvGrpSpPr>
      <p:grpSpPr/>
      <p:sp>
        <p:nvSpPr>
          <p:cNvPr id="836" name="Title 1"/>
          <p:cNvSpPr>
            <a:spLocks noGrp="1"/>
          </p:cNvSpPr>
          <p:nvPr>
            <p:ph type="ctrTitle"/>
          </p:nvPr>
        </p:nvSpPr>
        <p:spPr/>
        <p:txBody>
          <a:bodyPr/>
          <a:lstStyle/>
          <a:p>
            <a:r>
              <a:rPr lang="en-US" dirty="0">
                <a:latin typeface="Inter"/>
                <a:solidFill>
                  <a:srgbClr val="FFFFFF"/>
                </a:solidFill>
              </a:rPr>
              <a:t>Build one this week</a:t>
            </a:r>
          </a:p>
        </p:txBody>
      </p:sp>
      <p:sp>
        <p:nvSpPr>
          <p:cNvPr id="837" name="Subtitle 2"/>
          <p:cNvSpPr>
            <a:spLocks noGrp="1"/>
          </p:cNvSpPr>
          <p:nvPr>
            <p:ph type="subTitle" idx="1"/>
          </p:nvPr>
        </p:nvSpPr>
        <p:spPr/>
        <p:txBody>
          <a:bodyPr/>
          <a:lstStyle/>
          <a:p>
            <a:r>
              <a:rPr lang="en-US" dirty="0">
                <a:latin typeface="Inter"/>
                <a:solidFill>
                  <a:srgbClr val="FFFFFF"/>
                </a:solidFill>
              </a:rPr>
              <a:t>Take the workflow you have retyped most often, write the description first, and run it against a baseline before you trust it.</a:t>
            </a:r>
          </a:p>
        </p:txBody>
      </p:sp>
      <p:sp>
        <p:nvSpPr>
          <p:cNvPr id="838" name="Text Placeholder 3"/>
          <p:cNvSpPr>
            <a:spLocks noGrp="1"/>
          </p:cNvSpPr>
          <p:nvPr>
            <p:ph type="body" idx="10" sz="quarter"/>
          </p:nvPr>
        </p:nvSpPr>
        <p:spPr>
          <a:xfrm>
            <a:off x="0" y="0"/>
            <a:ext cx="0" cy="0"/>
          </a:xfrm>
        </p:spPr>
        <p:txBody>
          <a:bodyPr/>
          <a:lstStyle/>
          <a:p>
            <a:r>
              <a:rPr lang="en-US" sz="100" dirty="0"/>
              <a:t>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839" name=""/>
        <p:cNvGrpSpPr/>
        <p:nvPr/>
      </p:nvGrpSpPr>
      <p:grpSpPr/>
    </p:spTree>
  </p:cSld>
  <p:clrMapOvr>
    <a:masterClrMapping/>
  </p:clrMapOvr>
</p:sld>
</file>

<file path=ppt/theme/theme1.xml><?xml version="1.0" encoding="utf-8"?>
<a:theme xmlns:a="http://schemas.openxmlformats.org/drawingml/2006/main" name="Jay_MSCI_2025_v3">
  <a:themeElements>
    <a:clrScheme name="Custom 34">
      <a:dk1>
        <a:srgbClr val="000000"/>
      </a:dk1>
      <a:lt1>
        <a:sysClr val="window" lastClr="FFFFFF"/>
      </a:lt1>
      <a:dk2>
        <a:srgbClr val="0626A9"/>
      </a:dk2>
      <a:lt2>
        <a:srgbClr val="F4F5FD"/>
      </a:lt2>
      <a:accent1>
        <a:srgbClr val="1A3FD6"/>
      </a:accent1>
      <a:accent2>
        <a:srgbClr val="7188EF"/>
      </a:accent2>
      <a:accent3>
        <a:srgbClr val="AEBAF0"/>
      </a:accent3>
      <a:accent4>
        <a:srgbClr val="00A798"/>
      </a:accent4>
      <a:accent5>
        <a:srgbClr val="00C4B3"/>
      </a:accent5>
      <a:accent6>
        <a:srgbClr val="008C5E"/>
      </a:accent6>
      <a:hlink>
        <a:srgbClr val="0626A9"/>
      </a:hlink>
      <a:folHlink>
        <a:srgbClr val="7188EF"/>
      </a:folHlink>
    </a:clrScheme>
    <a:fontScheme name="Custom 32">
      <a:majorFont>
        <a:latin typeface="Inter"/>
        <a:ea typeface=""/>
        <a:cs typeface=""/>
      </a:majorFont>
      <a:minorFont>
        <a:latin typeface="Int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Cool Marble">
      <a:srgbClr val="118A5E"/>
    </a:custClr>
    <a:custClr name="Evening Blue">
      <a:srgbClr val="E02C1C"/>
    </a:custClr>
    <a:custClr name="Sky Blue">
      <a:srgbClr val="FFC6B5"/>
    </a:custClr>
    <a:custClr name="Dark Ocean">
      <a:srgbClr val="4D4D4D"/>
    </a:custClr>
    <a:custClr name="BLANK">
      <a:srgbClr val="707070"/>
    </a:custClr>
    <a:custClr name="BLANK">
      <a:srgbClr val="FFFFFF"/>
    </a:custClr>
    <a:custClr name="BLANK">
      <a:srgbClr val="FFFFFF"/>
    </a:custClr>
    <a:custClr name="BLANK">
      <a:srgbClr val="FFFFFF"/>
    </a:custClr>
    <a:custClr name="BLANK">
      <a:srgbClr val="FFFFFF"/>
    </a:custClr>
    <a:custClr name="BLANK">
      <a:srgbClr val="FFFFFF"/>
    </a:custClr>
    <a:custClr name="Silver">
      <a:srgbClr val="999999"/>
    </a:custClr>
    <a:custClr name="Soapstone">
      <a:srgbClr val="CCCCCC"/>
    </a:custClr>
    <a:custClr name="Flint">
      <a:srgbClr val="E6E6E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intree">
      <a:srgbClr val="16A3B6"/>
    </a:custClr>
    <a:custClr name="Smokey Blue">
      <a:srgbClr val="529200"/>
    </a:custClr>
    <a:custClr name="Marigold">
      <a:srgbClr val="D61A69"/>
    </a:custClr>
    <a:custClr name="Tangerine">
      <a:srgbClr val="F7620E"/>
    </a:custClr>
    <a:custClr name="Carnation">
      <a:srgbClr val="DB7C00"/>
    </a:custClr>
    <a:custClr name="Turquoise">
      <a:srgbClr val="1A7CD6"/>
    </a:custClr>
    <a:custClr name="Moody Blue">
      <a:srgbClr val="561AD6"/>
    </a:custClr>
    <a:custClr name="Jade">
      <a:srgbClr val="831AD6"/>
    </a:custClr>
    <a:custClr name="Custom Color 29">
      <a:srgbClr val="BC1AD6"/>
    </a:custClr>
    <a:custClr name="Custom Color 30">
      <a:srgbClr val="D61A96"/>
    </a:custClr>
  </a:custClrLst>
  <a:extLst>
    <a:ext uri="{05A4C25C-085E-4340-85A3-A5531E510DB2}">
      <thm15:themeFamily xmlns:thm15="http://schemas.microsoft.com/office/thememl/2012/main" name="Presentation1" id="{2BF00B41-31C6-40AD-A34A-167D6076CF77}" vid="{BE885230-8B79-4D7E-A2BE-96620F116E32}"/>
    </a:ext>
  </a:extLst>
</a:theme>
</file>

<file path=docProps/app.xml><?xml version="1.0" encoding="utf-8"?>
<Properties xmlns="http://schemas.openxmlformats.org/officeDocument/2006/extended-properties" xmlns:vt="http://schemas.openxmlformats.org/officeDocument/2006/docPropsVTypes">
  <Template/>
  <TotalTime>372</TotalTime>
  <Words>4</Words>
  <Application>Microsoft Office PowerPoint</Application>
  <PresentationFormat>Widescreen</PresentationFormat>
  <Paragraphs>4</Paragraphs>
  <Slides>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Arial</vt:lpstr>
      <vt:lpstr>Aptos</vt:lpstr>
      <vt:lpstr>Inter 24pt 24pt SemiBold</vt:lpstr>
      <vt:lpstr>Courier New</vt:lpstr>
      <vt:lpstr>Wingdings</vt:lpstr>
      <vt:lpstr>Inter Light</vt:lpstr>
      <vt:lpstr>Inter SemiBold</vt:lpstr>
      <vt:lpstr>Inter 24pt 24pt Light</vt:lpstr>
      <vt:lpstr>Inter</vt:lpstr>
      <vt:lpstr>Jay_MSCI_2025_v3</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Dermody, Jay</dc:creator>
  <cp:lastModifiedBy>Trivedi, Gaurav</cp:lastModifiedBy>
  <cp:revision>7</cp:revision>
  <dcterms:created xsi:type="dcterms:W3CDTF">2026-03-06T14:48:54Z</dcterms:created>
  <dcterms:modified xsi:type="dcterms:W3CDTF">2026-04-22T20:36:20Z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f8386-55a0-404e-9dce-4d5bc8b309d8_Enabled">
    <vt:lpwstr>true</vt:lpwstr>
  </property>
  <property fmtid="{D5CDD505-2E9C-101B-9397-08002B2CF9AE}" pid="3" name="MSIP_Label_b60f8386-55a0-404e-9dce-4d5bc8b309d8_SetDate">
    <vt:lpwstr>2026-03-06T15:41:41Z</vt:lpwstr>
  </property>
  <property fmtid="{D5CDD505-2E9C-101B-9397-08002B2CF9AE}" pid="4" name="MSIP_Label_b60f8386-55a0-404e-9dce-4d5bc8b309d8_Method">
    <vt:lpwstr>Standard</vt:lpwstr>
  </property>
  <property fmtid="{D5CDD505-2E9C-101B-9397-08002B2CF9AE}" pid="5" name="MSIP_Label_b60f8386-55a0-404e-9dce-4d5bc8b309d8_Name">
    <vt:lpwstr>b60f8386-55a0-404e-9dce-4d5bc8b309d8</vt:lpwstr>
  </property>
  <property fmtid="{D5CDD505-2E9C-101B-9397-08002B2CF9AE}" pid="6" name="MSIP_Label_b60f8386-55a0-404e-9dce-4d5bc8b309d8_SiteId">
    <vt:lpwstr>7a9376d4-7c43-480f-82ba-a090647f651d</vt:lpwstr>
  </property>
  <property fmtid="{D5CDD505-2E9C-101B-9397-08002B2CF9AE}" pid="7" name="MSIP_Label_b60f8386-55a0-404e-9dce-4d5bc8b309d8_ActionId">
    <vt:lpwstr>da88292a-170b-4b84-bd79-f13571a3f72d</vt:lpwstr>
  </property>
  <property fmtid="{D5CDD505-2E9C-101B-9397-08002B2CF9AE}" pid="8" name="MSIP_Label_b60f8386-55a0-404e-9dce-4d5bc8b309d8_ContentBits">
    <vt:lpwstr>2</vt:lpwstr>
  </property>
  <property fmtid="{D5CDD505-2E9C-101B-9397-08002B2CF9AE}" pid="9" name="MSIP_Label_b60f8386-55a0-404e-9dce-4d5bc8b309d8_Tag">
    <vt:lpwstr>10, 3, 0, 1</vt:lpwstr>
  </property>
  <property fmtid="{D5CDD505-2E9C-101B-9397-08002B2CF9AE}" pid="10" name="ClassificationContentMarkingFooterLocations">
    <vt:lpwstr>Jay_MSCI_2025_v3:5</vt:lpwstr>
  </property>
  <property fmtid="{D5CDD505-2E9C-101B-9397-08002B2CF9AE}" pid="11" name="ClassificationContentMarkingFooterText">
    <vt:lpwstr>Information Classification: GENERAL</vt:lpwstr>
  </property>
</Properties>
</file>